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64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458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05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5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0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70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093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442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0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33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76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9607C-F8CB-4828-B5DA-2BF7C834A931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8D4B0-E553-4149-AD47-833D7A2016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280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17600" y="836697"/>
            <a:ext cx="920931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Student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7-10 Years (Child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11-13 Years (Adolescent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14-17 Years (Teen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b="1" dirty="0"/>
              <a:t>MVP - </a:t>
            </a:r>
            <a:r>
              <a:rPr lang="en-US" b="1" dirty="0" smtClean="0"/>
              <a:t>10-13 </a:t>
            </a:r>
            <a:r>
              <a:rPr lang="en-US" b="1" dirty="0"/>
              <a:t>Years (Adolescent</a:t>
            </a:r>
            <a:r>
              <a:rPr lang="en-US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 </a:t>
            </a:r>
            <a:r>
              <a:rPr lang="en-US" dirty="0" smtClean="0"/>
              <a:t>5 </a:t>
            </a:r>
            <a:r>
              <a:rPr lang="en-US" dirty="0"/>
              <a:t>primary school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 6 primary school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Year </a:t>
            </a:r>
            <a:r>
              <a:rPr lang="en-US" dirty="0"/>
              <a:t>7 </a:t>
            </a:r>
            <a:r>
              <a:rPr lang="en-US" dirty="0" smtClean="0"/>
              <a:t>high school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 </a:t>
            </a:r>
            <a:r>
              <a:rPr lang="en-US" dirty="0" smtClean="0"/>
              <a:t>8 high school</a:t>
            </a: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Elo </a:t>
            </a:r>
            <a:r>
              <a:rPr lang="en-US" b="1" dirty="0"/>
              <a:t>Bot Interaction </a:t>
            </a:r>
            <a:r>
              <a:rPr lang="en-US" b="1" dirty="0" smtClean="0"/>
              <a:t>Experience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Friendly </a:t>
            </a:r>
            <a:r>
              <a:rPr lang="en-US" dirty="0" smtClean="0"/>
              <a:t>buddy-style, short</a:t>
            </a:r>
            <a:r>
              <a:rPr lang="en-US" dirty="0"/>
              <a:t>, interactive</a:t>
            </a:r>
            <a:r>
              <a:rPr lang="en-US" dirty="0" smtClean="0"/>
              <a:t> </a:t>
            </a:r>
            <a:r>
              <a:rPr lang="en-US" dirty="0"/>
              <a:t>chat, not </a:t>
            </a:r>
            <a:r>
              <a:rPr lang="en-US" dirty="0" smtClean="0"/>
              <a:t>survey-like – hidden assessment underneath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to read and enjoyable for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Engaging, gamified </a:t>
            </a:r>
            <a:r>
              <a:rPr lang="en-US" dirty="0"/>
              <a:t>experience </a:t>
            </a:r>
            <a:r>
              <a:rPr lang="en-US" dirty="0" smtClean="0"/>
              <a:t>encouraging </a:t>
            </a:r>
            <a:r>
              <a:rPr lang="en-US" dirty="0"/>
              <a:t>emotional </a:t>
            </a:r>
            <a:r>
              <a:rPr lang="en-US" dirty="0" smtClean="0"/>
              <a:t>reflection</a:t>
            </a:r>
          </a:p>
          <a:p>
            <a:endParaRPr lang="en-US" dirty="0"/>
          </a:p>
          <a:p>
            <a:r>
              <a:rPr lang="en-US" b="1" dirty="0"/>
              <a:t>Daily Interaction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Typical duration 2–3 minutes; engaged </a:t>
            </a:r>
            <a:r>
              <a:rPr lang="en-US" dirty="0" smtClean="0"/>
              <a:t>up </a:t>
            </a:r>
            <a:r>
              <a:rPr lang="en-US" dirty="0"/>
              <a:t>to 5 </a:t>
            </a:r>
            <a:r>
              <a:rPr lang="en-US" dirty="0" smtClean="0"/>
              <a:t>minutes max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Flexible </a:t>
            </a:r>
            <a:r>
              <a:rPr lang="en-US" dirty="0"/>
              <a:t>pacing on low-mood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4–7 micro prompts per </a:t>
            </a:r>
            <a:r>
              <a:rPr lang="en-US" dirty="0" smtClean="0"/>
              <a:t>day. Covers </a:t>
            </a:r>
            <a:r>
              <a:rPr lang="en-US" dirty="0"/>
              <a:t>2–3 wellbeing dimensions </a:t>
            </a:r>
            <a:r>
              <a:rPr lang="en-US" dirty="0" smtClean="0"/>
              <a:t>daily, not all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26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4" y="539822"/>
            <a:ext cx="957360" cy="5967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179" y="5521893"/>
            <a:ext cx="1061873" cy="794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3347" y="6177673"/>
            <a:ext cx="1710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Primary Responder LLM</a:t>
            </a:r>
            <a:endParaRPr lang="en-AU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56548" y="1136577"/>
            <a:ext cx="688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Student</a:t>
            </a:r>
            <a:endParaRPr lang="en-AU" sz="1200" b="1" dirty="0"/>
          </a:p>
        </p:txBody>
      </p:sp>
      <p:cxnSp>
        <p:nvCxnSpPr>
          <p:cNvPr id="12" name="Straight Arrow Connector 11"/>
          <p:cNvCxnSpPr>
            <a:stCxn id="7" idx="3"/>
          </p:cNvCxnSpPr>
          <p:nvPr/>
        </p:nvCxnSpPr>
        <p:spPr>
          <a:xfrm flipV="1">
            <a:off x="1458394" y="838199"/>
            <a:ext cx="92194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458393" y="1125744"/>
            <a:ext cx="92194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84271" y="561200"/>
            <a:ext cx="47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Chat</a:t>
            </a:r>
            <a:endParaRPr lang="en-AU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1600208" y="859578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Journal</a:t>
            </a:r>
            <a:endParaRPr lang="en-AU" sz="1200" dirty="0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449019" y="550367"/>
            <a:ext cx="92194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23901" y="27563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Profile</a:t>
            </a:r>
            <a:endParaRPr lang="en-AU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6758940" y="905743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Long term synopsis 1000 characters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858000" y="1729740"/>
            <a:ext cx="361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Last month synopsis 1000 characters</a:t>
            </a:r>
            <a:endParaRPr lang="en-AU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6858000" y="2369071"/>
            <a:ext cx="3491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Last week synopsis 1000 characters</a:t>
            </a:r>
            <a:endParaRPr lang="en-AU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6858000" y="3121485"/>
            <a:ext cx="3254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Today’s synopsis 1000 characters</a:t>
            </a:r>
            <a:endParaRPr lang="en-AU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6888772" y="3873899"/>
            <a:ext cx="269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Last query 1000 characters</a:t>
            </a:r>
            <a:endParaRPr lang="en-AU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6911924" y="4614070"/>
            <a:ext cx="558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Current Real time Wellbeing Score in multiple dimensions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911924" y="5480451"/>
            <a:ext cx="2956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Current Final Wellbeing Score</a:t>
            </a:r>
            <a:endParaRPr lang="en-AU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6911924" y="4244738"/>
            <a:ext cx="2546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Last LLM 1000 characters</a:t>
            </a:r>
            <a:endParaRPr lang="en-AU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6023429" y="5253401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Social Norms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023429" y="5709672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Legality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6023429" y="6163389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 Appropriate</a:t>
            </a:r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4477494" y="457059"/>
            <a:ext cx="1245854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Well 8 scores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Purpose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Physical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Mental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Safety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Connection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Inclusivity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200" dirty="0"/>
              <a:t>Philosophy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87552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169</Words>
  <Application>Microsoft Office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</cp:revision>
  <dcterms:created xsi:type="dcterms:W3CDTF">2026-02-23T02:09:23Z</dcterms:created>
  <dcterms:modified xsi:type="dcterms:W3CDTF">2026-02-26T10:41:42Z</dcterms:modified>
</cp:coreProperties>
</file>