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F_2D6B215A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2C_3E07CA69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75" r:id="rId3"/>
    <p:sldId id="270" r:id="rId4"/>
    <p:sldId id="264" r:id="rId5"/>
    <p:sldId id="284" r:id="rId6"/>
    <p:sldId id="309" r:id="rId7"/>
    <p:sldId id="310" r:id="rId8"/>
    <p:sldId id="298" r:id="rId9"/>
    <p:sldId id="299" r:id="rId10"/>
    <p:sldId id="311" r:id="rId11"/>
    <p:sldId id="297" r:id="rId12"/>
    <p:sldId id="288" r:id="rId13"/>
    <p:sldId id="313" r:id="rId14"/>
    <p:sldId id="278" r:id="rId15"/>
    <p:sldId id="271" r:id="rId16"/>
    <p:sldId id="305" r:id="rId17"/>
    <p:sldId id="290" r:id="rId18"/>
    <p:sldId id="307" r:id="rId19"/>
    <p:sldId id="281" r:id="rId20"/>
    <p:sldId id="300" r:id="rId21"/>
    <p:sldId id="286" r:id="rId22"/>
    <p:sldId id="293" r:id="rId23"/>
    <p:sldId id="308" r:id="rId24"/>
    <p:sldId id="280" r:id="rId25"/>
    <p:sldId id="314" r:id="rId26"/>
    <p:sldId id="266" r:id="rId27"/>
    <p:sldId id="267" r:id="rId28"/>
    <p:sldId id="268" r:id="rId29"/>
    <p:sldId id="26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0FC3BF-A23C-6BC2-EC4D-083C63AB6882}" name="Vidit Sharma" initials="VS" userId="1f6809693784e56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1D6B"/>
    <a:srgbClr val="FF3986"/>
    <a:srgbClr val="FFB63A"/>
    <a:srgbClr val="FFFFFF"/>
    <a:srgbClr val="FF6571"/>
    <a:srgbClr val="01CED1"/>
    <a:srgbClr val="7F7F7F"/>
    <a:srgbClr val="E12B86"/>
    <a:srgbClr val="4472C4"/>
    <a:srgbClr val="868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784F7D-A806-4DA3-8C63-ADA3225A3169}" v="45" dt="2026-04-17T11:14:25.5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ka Hareesh" userId="39895284-21ec-4500-be1c-c998039dec4e" providerId="ADAL" clId="{117C7585-C8AA-41DE-B570-536170FE32ED}"/>
    <pc:docChg chg="undo custSel addSld delSld modSld sldOrd">
      <pc:chgData name="Devika Hareesh" userId="39895284-21ec-4500-be1c-c998039dec4e" providerId="ADAL" clId="{117C7585-C8AA-41DE-B570-536170FE32ED}" dt="2026-04-17T12:03:07.739" v="747" actId="1076"/>
      <pc:docMkLst>
        <pc:docMk/>
      </pc:docMkLst>
      <pc:sldChg chg="modSp mod">
        <pc:chgData name="Devika Hareesh" userId="39895284-21ec-4500-be1c-c998039dec4e" providerId="ADAL" clId="{117C7585-C8AA-41DE-B570-536170FE32ED}" dt="2026-04-16T11:17:34.425" v="473" actId="207"/>
        <pc:sldMkLst>
          <pc:docMk/>
          <pc:sldMk cId="160725305" sldId="257"/>
        </pc:sldMkLst>
        <pc:spChg chg="mod">
          <ac:chgData name="Devika Hareesh" userId="39895284-21ec-4500-be1c-c998039dec4e" providerId="ADAL" clId="{117C7585-C8AA-41DE-B570-536170FE32ED}" dt="2026-04-16T11:17:34.425" v="473" actId="207"/>
          <ac:spMkLst>
            <pc:docMk/>
            <pc:sldMk cId="160725305" sldId="257"/>
            <ac:spMk id="3" creationId="{5B62EE7E-F118-49B2-C84F-7C1D1907E732}"/>
          </ac:spMkLst>
        </pc:spChg>
      </pc:sldChg>
      <pc:sldChg chg="addSp delSp modSp mod ord">
        <pc:chgData name="Devika Hareesh" userId="39895284-21ec-4500-be1c-c998039dec4e" providerId="ADAL" clId="{117C7585-C8AA-41DE-B570-536170FE32ED}" dt="2026-04-17T11:14:51.087" v="743" actId="14100"/>
        <pc:sldMkLst>
          <pc:docMk/>
          <pc:sldMk cId="3237143697" sldId="288"/>
        </pc:sldMkLst>
        <pc:spChg chg="mod">
          <ac:chgData name="Devika Hareesh" userId="39895284-21ec-4500-be1c-c998039dec4e" providerId="ADAL" clId="{117C7585-C8AA-41DE-B570-536170FE32ED}" dt="2026-04-16T11:09:07.472" v="269"/>
          <ac:spMkLst>
            <pc:docMk/>
            <pc:sldMk cId="3237143697" sldId="288"/>
            <ac:spMk id="14" creationId="{D9B71C7C-6372-478E-682A-5630E2B9FA63}"/>
          </ac:spMkLst>
        </pc:spChg>
        <pc:spChg chg="add mod">
          <ac:chgData name="Devika Hareesh" userId="39895284-21ec-4500-be1c-c998039dec4e" providerId="ADAL" clId="{117C7585-C8AA-41DE-B570-536170FE32ED}" dt="2026-04-16T11:13:06.062" v="400" actId="1076"/>
          <ac:spMkLst>
            <pc:docMk/>
            <pc:sldMk cId="3237143697" sldId="288"/>
            <ac:spMk id="15" creationId="{7B031EB1-8FFB-31D0-ECDD-9C44EC9B05BC}"/>
          </ac:spMkLst>
        </pc:spChg>
        <pc:spChg chg="mod">
          <ac:chgData name="Devika Hareesh" userId="39895284-21ec-4500-be1c-c998039dec4e" providerId="ADAL" clId="{117C7585-C8AA-41DE-B570-536170FE32ED}" dt="2026-04-17T10:34:07.755" v="659" actId="20577"/>
          <ac:spMkLst>
            <pc:docMk/>
            <pc:sldMk cId="3237143697" sldId="288"/>
            <ac:spMk id="23" creationId="{DDE4ED41-D065-7326-0B36-18D26C6FFA42}"/>
          </ac:spMkLst>
        </pc:spChg>
        <pc:spChg chg="add mod">
          <ac:chgData name="Devika Hareesh" userId="39895284-21ec-4500-be1c-c998039dec4e" providerId="ADAL" clId="{117C7585-C8AA-41DE-B570-536170FE32ED}" dt="2026-04-16T11:14:38.492" v="456"/>
          <ac:spMkLst>
            <pc:docMk/>
            <pc:sldMk cId="3237143697" sldId="288"/>
            <ac:spMk id="25" creationId="{7EBF2F8B-DB7E-2676-7748-C04FBFB23F2A}"/>
          </ac:spMkLst>
        </pc:spChg>
        <pc:spChg chg="add del mod">
          <ac:chgData name="Devika Hareesh" userId="39895284-21ec-4500-be1c-c998039dec4e" providerId="ADAL" clId="{117C7585-C8AA-41DE-B570-536170FE32ED}" dt="2026-04-17T10:25:13.712" v="612" actId="478"/>
          <ac:spMkLst>
            <pc:docMk/>
            <pc:sldMk cId="3237143697" sldId="288"/>
            <ac:spMk id="29" creationId="{9CA6FDBD-7F7C-5A74-B2DB-66ED0F32E529}"/>
          </ac:spMkLst>
        </pc:spChg>
        <pc:spChg chg="add del mod">
          <ac:chgData name="Devika Hareesh" userId="39895284-21ec-4500-be1c-c998039dec4e" providerId="ADAL" clId="{117C7585-C8AA-41DE-B570-536170FE32ED}" dt="2026-04-16T11:19:07.956" v="478" actId="478"/>
          <ac:spMkLst>
            <pc:docMk/>
            <pc:sldMk cId="3237143697" sldId="288"/>
            <ac:spMk id="30" creationId="{19144CAD-9579-DF77-9D3A-FF1128FCBB7C}"/>
          </ac:spMkLst>
        </pc:spChg>
        <pc:spChg chg="mod">
          <ac:chgData name="Devika Hareesh" userId="39895284-21ec-4500-be1c-c998039dec4e" providerId="ADAL" clId="{117C7585-C8AA-41DE-B570-536170FE32ED}" dt="2026-04-17T10:24:28.783" v="605" actId="1076"/>
          <ac:spMkLst>
            <pc:docMk/>
            <pc:sldMk cId="3237143697" sldId="288"/>
            <ac:spMk id="32" creationId="{DF9AFAE8-52F6-51AE-C569-273B8949A9D1}"/>
          </ac:spMkLst>
        </pc:spChg>
        <pc:spChg chg="mod">
          <ac:chgData name="Devika Hareesh" userId="39895284-21ec-4500-be1c-c998039dec4e" providerId="ADAL" clId="{117C7585-C8AA-41DE-B570-536170FE32ED}" dt="2026-04-13T11:09:11.222" v="126"/>
          <ac:spMkLst>
            <pc:docMk/>
            <pc:sldMk cId="3237143697" sldId="288"/>
            <ac:spMk id="34" creationId="{53814A1D-3C33-A232-C759-C055A23EB32C}"/>
          </ac:spMkLst>
        </pc:spChg>
        <pc:spChg chg="add del mod">
          <ac:chgData name="Devika Hareesh" userId="39895284-21ec-4500-be1c-c998039dec4e" providerId="ADAL" clId="{117C7585-C8AA-41DE-B570-536170FE32ED}" dt="2026-04-16T11:22:45.833" v="492" actId="478"/>
          <ac:spMkLst>
            <pc:docMk/>
            <pc:sldMk cId="3237143697" sldId="288"/>
            <ac:spMk id="38" creationId="{4839E695-E033-086F-E729-4BCF9810E05B}"/>
          </ac:spMkLst>
        </pc:spChg>
        <pc:spChg chg="mod">
          <ac:chgData name="Devika Hareesh" userId="39895284-21ec-4500-be1c-c998039dec4e" providerId="ADAL" clId="{117C7585-C8AA-41DE-B570-536170FE32ED}" dt="2026-04-16T11:12:43.276" v="396" actId="1076"/>
          <ac:spMkLst>
            <pc:docMk/>
            <pc:sldMk cId="3237143697" sldId="288"/>
            <ac:spMk id="39" creationId="{F9C4B15B-CD26-75D3-2448-A5954958E5BF}"/>
          </ac:spMkLst>
        </pc:spChg>
        <pc:spChg chg="mod">
          <ac:chgData name="Devika Hareesh" userId="39895284-21ec-4500-be1c-c998039dec4e" providerId="ADAL" clId="{117C7585-C8AA-41DE-B570-536170FE32ED}" dt="2026-04-16T11:12:43.276" v="396" actId="1076"/>
          <ac:spMkLst>
            <pc:docMk/>
            <pc:sldMk cId="3237143697" sldId="288"/>
            <ac:spMk id="40" creationId="{B7FC59C7-2452-C574-1857-04DB7C895BE4}"/>
          </ac:spMkLst>
        </pc:spChg>
        <pc:spChg chg="mod">
          <ac:chgData name="Devika Hareesh" userId="39895284-21ec-4500-be1c-c998039dec4e" providerId="ADAL" clId="{117C7585-C8AA-41DE-B570-536170FE32ED}" dt="2026-04-16T11:12:43.276" v="396" actId="1076"/>
          <ac:spMkLst>
            <pc:docMk/>
            <pc:sldMk cId="3237143697" sldId="288"/>
            <ac:spMk id="41" creationId="{32E3D38F-C82A-7007-D196-D10A632F94E1}"/>
          </ac:spMkLst>
        </pc:spChg>
        <pc:spChg chg="mod">
          <ac:chgData name="Devika Hareesh" userId="39895284-21ec-4500-be1c-c998039dec4e" providerId="ADAL" clId="{117C7585-C8AA-41DE-B570-536170FE32ED}" dt="2026-04-16T11:12:43.276" v="396" actId="1076"/>
          <ac:spMkLst>
            <pc:docMk/>
            <pc:sldMk cId="3237143697" sldId="288"/>
            <ac:spMk id="42" creationId="{7AFFDAD9-C926-50C3-C417-1532FD4405C2}"/>
          </ac:spMkLst>
        </pc:spChg>
        <pc:spChg chg="add del mod">
          <ac:chgData name="Devika Hareesh" userId="39895284-21ec-4500-be1c-c998039dec4e" providerId="ADAL" clId="{117C7585-C8AA-41DE-B570-536170FE32ED}" dt="2026-04-16T11:22:41.087" v="490" actId="478"/>
          <ac:spMkLst>
            <pc:docMk/>
            <pc:sldMk cId="3237143697" sldId="288"/>
            <ac:spMk id="44" creationId="{5620D559-0EEC-1B43-9F2A-BA0260B850E0}"/>
          </ac:spMkLst>
        </pc:spChg>
        <pc:spChg chg="mod">
          <ac:chgData name="Devika Hareesh" userId="39895284-21ec-4500-be1c-c998039dec4e" providerId="ADAL" clId="{117C7585-C8AA-41DE-B570-536170FE32ED}" dt="2026-04-17T10:24:49.327" v="609" actId="1076"/>
          <ac:spMkLst>
            <pc:docMk/>
            <pc:sldMk cId="3237143697" sldId="288"/>
            <ac:spMk id="45" creationId="{1C7A5877-4765-3E3A-8D48-7AF1D4154C98}"/>
          </ac:spMkLst>
        </pc:spChg>
        <pc:spChg chg="mod">
          <ac:chgData name="Devika Hareesh" userId="39895284-21ec-4500-be1c-c998039dec4e" providerId="ADAL" clId="{117C7585-C8AA-41DE-B570-536170FE32ED}" dt="2026-04-17T11:13:28.237" v="731" actId="1076"/>
          <ac:spMkLst>
            <pc:docMk/>
            <pc:sldMk cId="3237143697" sldId="288"/>
            <ac:spMk id="46" creationId="{5A74B7F8-A190-AC31-666E-95BCF892FD56}"/>
          </ac:spMkLst>
        </pc:spChg>
        <pc:spChg chg="mod topLvl">
          <ac:chgData name="Devika Hareesh" userId="39895284-21ec-4500-be1c-c998039dec4e" providerId="ADAL" clId="{117C7585-C8AA-41DE-B570-536170FE32ED}" dt="2026-04-17T11:14:41.674" v="741" actId="478"/>
          <ac:spMkLst>
            <pc:docMk/>
            <pc:sldMk cId="3237143697" sldId="288"/>
            <ac:spMk id="48" creationId="{C87BC3CC-0DB2-CD44-A0CE-1D054169999D}"/>
          </ac:spMkLst>
        </pc:spChg>
        <pc:spChg chg="add del mod">
          <ac:chgData name="Devika Hareesh" userId="39895284-21ec-4500-be1c-c998039dec4e" providerId="ADAL" clId="{117C7585-C8AA-41DE-B570-536170FE32ED}" dt="2026-04-16T11:22:48.025" v="493" actId="478"/>
          <ac:spMkLst>
            <pc:docMk/>
            <pc:sldMk cId="3237143697" sldId="288"/>
            <ac:spMk id="50" creationId="{01F2AD46-3C8B-63C2-4456-EDD4C959AAE0}"/>
          </ac:spMkLst>
        </pc:spChg>
        <pc:spChg chg="add mod">
          <ac:chgData name="Devika Hareesh" userId="39895284-21ec-4500-be1c-c998039dec4e" providerId="ADAL" clId="{117C7585-C8AA-41DE-B570-536170FE32ED}" dt="2026-04-17T10:24:56.204" v="611" actId="1076"/>
          <ac:spMkLst>
            <pc:docMk/>
            <pc:sldMk cId="3237143697" sldId="288"/>
            <ac:spMk id="53" creationId="{77E0D7E2-55A4-248A-A24C-71C1DF109FC2}"/>
          </ac:spMkLst>
        </pc:spChg>
        <pc:spChg chg="add mod">
          <ac:chgData name="Devika Hareesh" userId="39895284-21ec-4500-be1c-c998039dec4e" providerId="ADAL" clId="{117C7585-C8AA-41DE-B570-536170FE32ED}" dt="2026-04-17T11:13:46.475" v="735" actId="1076"/>
          <ac:spMkLst>
            <pc:docMk/>
            <pc:sldMk cId="3237143697" sldId="288"/>
            <ac:spMk id="54" creationId="{D9456EE8-810C-947D-949B-0D35E79F0E58}"/>
          </ac:spMkLst>
        </pc:spChg>
        <pc:spChg chg="add del mod">
          <ac:chgData name="Devika Hareesh" userId="39895284-21ec-4500-be1c-c998039dec4e" providerId="ADAL" clId="{117C7585-C8AA-41DE-B570-536170FE32ED}" dt="2026-04-17T11:13:55.777" v="737" actId="478"/>
          <ac:spMkLst>
            <pc:docMk/>
            <pc:sldMk cId="3237143697" sldId="288"/>
            <ac:spMk id="55" creationId="{55BBFB28-8DF5-34ED-CD98-53837D745256}"/>
          </ac:spMkLst>
        </pc:spChg>
        <pc:spChg chg="mod">
          <ac:chgData name="Devika Hareesh" userId="39895284-21ec-4500-be1c-c998039dec4e" providerId="ADAL" clId="{117C7585-C8AA-41DE-B570-536170FE32ED}" dt="2026-04-17T11:14:25.572" v="738"/>
          <ac:spMkLst>
            <pc:docMk/>
            <pc:sldMk cId="3237143697" sldId="288"/>
            <ac:spMk id="58" creationId="{7F46363B-0B9F-A304-DC67-0688DD69BABE}"/>
          </ac:spMkLst>
        </pc:spChg>
        <pc:spChg chg="mod">
          <ac:chgData name="Devika Hareesh" userId="39895284-21ec-4500-be1c-c998039dec4e" providerId="ADAL" clId="{117C7585-C8AA-41DE-B570-536170FE32ED}" dt="2026-04-17T11:14:25.572" v="738"/>
          <ac:spMkLst>
            <pc:docMk/>
            <pc:sldMk cId="3237143697" sldId="288"/>
            <ac:spMk id="59" creationId="{61A354C1-30DC-29C0-5D51-09CEDCEF9702}"/>
          </ac:spMkLst>
        </pc:spChg>
        <pc:spChg chg="del mod">
          <ac:chgData name="Devika Hareesh" userId="39895284-21ec-4500-be1c-c998039dec4e" providerId="ADAL" clId="{117C7585-C8AA-41DE-B570-536170FE32ED}" dt="2026-04-16T11:24:49.405" v="537" actId="478"/>
          <ac:spMkLst>
            <pc:docMk/>
            <pc:sldMk cId="3237143697" sldId="288"/>
            <ac:spMk id="78" creationId="{2541BB79-3E6F-7E6C-00F3-69F8FA6D935D}"/>
          </ac:spMkLst>
        </pc:spChg>
        <pc:spChg chg="del mod">
          <ac:chgData name="Devika Hareesh" userId="39895284-21ec-4500-be1c-c998039dec4e" providerId="ADAL" clId="{117C7585-C8AA-41DE-B570-536170FE32ED}" dt="2026-04-16T11:21:01.936" v="481" actId="478"/>
          <ac:spMkLst>
            <pc:docMk/>
            <pc:sldMk cId="3237143697" sldId="288"/>
            <ac:spMk id="79" creationId="{9CEB34E6-A9C2-05E3-BB4F-A704CBEDBCF5}"/>
          </ac:spMkLst>
        </pc:spChg>
        <pc:spChg chg="del mod">
          <ac:chgData name="Devika Hareesh" userId="39895284-21ec-4500-be1c-c998039dec4e" providerId="ADAL" clId="{117C7585-C8AA-41DE-B570-536170FE32ED}" dt="2026-04-16T11:26:10.882" v="580" actId="478"/>
          <ac:spMkLst>
            <pc:docMk/>
            <pc:sldMk cId="3237143697" sldId="288"/>
            <ac:spMk id="80" creationId="{B4D2731D-09ED-8484-BB65-5F78E08859B3}"/>
          </ac:spMkLst>
        </pc:spChg>
        <pc:spChg chg="mod">
          <ac:chgData name="Devika Hareesh" userId="39895284-21ec-4500-be1c-c998039dec4e" providerId="ADAL" clId="{117C7585-C8AA-41DE-B570-536170FE32ED}" dt="2026-04-13T11:09:11.222" v="126"/>
          <ac:spMkLst>
            <pc:docMk/>
            <pc:sldMk cId="3237143697" sldId="288"/>
            <ac:spMk id="105" creationId="{0F384CA9-9E47-86DF-E39E-51AD5CC57D68}"/>
          </ac:spMkLst>
        </pc:spChg>
        <pc:spChg chg="mod">
          <ac:chgData name="Devika Hareesh" userId="39895284-21ec-4500-be1c-c998039dec4e" providerId="ADAL" clId="{117C7585-C8AA-41DE-B570-536170FE32ED}" dt="2026-04-16T11:24:15.144" v="505" actId="1076"/>
          <ac:spMkLst>
            <pc:docMk/>
            <pc:sldMk cId="3237143697" sldId="288"/>
            <ac:spMk id="115" creationId="{5BA747EF-B181-5918-8022-C5AEA1DC2DAB}"/>
          </ac:spMkLst>
        </pc:spChg>
        <pc:spChg chg="mod">
          <ac:chgData name="Devika Hareesh" userId="39895284-21ec-4500-be1c-c998039dec4e" providerId="ADAL" clId="{117C7585-C8AA-41DE-B570-536170FE32ED}" dt="2026-04-13T11:09:11.222" v="126"/>
          <ac:spMkLst>
            <pc:docMk/>
            <pc:sldMk cId="3237143697" sldId="288"/>
            <ac:spMk id="1057" creationId="{14F4412E-D325-20F3-F6E9-7AAE1991A69E}"/>
          </ac:spMkLst>
        </pc:spChg>
        <pc:spChg chg="mod">
          <ac:chgData name="Devika Hareesh" userId="39895284-21ec-4500-be1c-c998039dec4e" providerId="ADAL" clId="{117C7585-C8AA-41DE-B570-536170FE32ED}" dt="2026-04-13T11:09:11.222" v="126"/>
          <ac:spMkLst>
            <pc:docMk/>
            <pc:sldMk cId="3237143697" sldId="288"/>
            <ac:spMk id="1058" creationId="{F71CB61C-1F37-AFDB-1D92-B047B465A511}"/>
          </ac:spMkLst>
        </pc:spChg>
        <pc:spChg chg="mod">
          <ac:chgData name="Devika Hareesh" userId="39895284-21ec-4500-be1c-c998039dec4e" providerId="ADAL" clId="{117C7585-C8AA-41DE-B570-536170FE32ED}" dt="2026-04-13T11:09:11.222" v="126"/>
          <ac:spMkLst>
            <pc:docMk/>
            <pc:sldMk cId="3237143697" sldId="288"/>
            <ac:spMk id="1059" creationId="{D0B6C446-1468-5E07-6CD4-1914E78F8A92}"/>
          </ac:spMkLst>
        </pc:spChg>
        <pc:spChg chg="mod">
          <ac:chgData name="Devika Hareesh" userId="39895284-21ec-4500-be1c-c998039dec4e" providerId="ADAL" clId="{117C7585-C8AA-41DE-B570-536170FE32ED}" dt="2026-04-16T11:11:16.484" v="357" actId="20577"/>
          <ac:spMkLst>
            <pc:docMk/>
            <pc:sldMk cId="3237143697" sldId="288"/>
            <ac:spMk id="1065" creationId="{A523B5B0-7E5D-358B-7D72-8C8B323384DA}"/>
          </ac:spMkLst>
        </pc:spChg>
        <pc:spChg chg="mod">
          <ac:chgData name="Devika Hareesh" userId="39895284-21ec-4500-be1c-c998039dec4e" providerId="ADAL" clId="{117C7585-C8AA-41DE-B570-536170FE32ED}" dt="2026-04-13T11:09:11.222" v="126"/>
          <ac:spMkLst>
            <pc:docMk/>
            <pc:sldMk cId="3237143697" sldId="288"/>
            <ac:spMk id="1076" creationId="{6CDE9066-0890-BB36-3064-94C565B0BECF}"/>
          </ac:spMkLst>
        </pc:spChg>
        <pc:spChg chg="mod">
          <ac:chgData name="Devika Hareesh" userId="39895284-21ec-4500-be1c-c998039dec4e" providerId="ADAL" clId="{117C7585-C8AA-41DE-B570-536170FE32ED}" dt="2026-04-13T11:09:11.222" v="126"/>
          <ac:spMkLst>
            <pc:docMk/>
            <pc:sldMk cId="3237143697" sldId="288"/>
            <ac:spMk id="1077" creationId="{94FC6C0E-EC44-E7E5-4004-0659D6545AB8}"/>
          </ac:spMkLst>
        </pc:spChg>
        <pc:spChg chg="mod">
          <ac:chgData name="Devika Hareesh" userId="39895284-21ec-4500-be1c-c998039dec4e" providerId="ADAL" clId="{117C7585-C8AA-41DE-B570-536170FE32ED}" dt="2026-04-13T11:09:11.222" v="126"/>
          <ac:spMkLst>
            <pc:docMk/>
            <pc:sldMk cId="3237143697" sldId="288"/>
            <ac:spMk id="1080" creationId="{0C66E742-7EE8-BD4F-FB43-9F64D207DED9}"/>
          </ac:spMkLst>
        </pc:spChg>
        <pc:spChg chg="add mod">
          <ac:chgData name="Devika Hareesh" userId="39895284-21ec-4500-be1c-c998039dec4e" providerId="ADAL" clId="{117C7585-C8AA-41DE-B570-536170FE32ED}" dt="2026-04-13T11:09:11.222" v="126"/>
          <ac:spMkLst>
            <pc:docMk/>
            <pc:sldMk cId="3237143697" sldId="288"/>
            <ac:spMk id="1082" creationId="{F35DDDB3-C10D-29CB-1CF8-27C90F1BE0FB}"/>
          </ac:spMkLst>
        </pc:spChg>
        <pc:spChg chg="mod">
          <ac:chgData name="Devika Hareesh" userId="39895284-21ec-4500-be1c-c998039dec4e" providerId="ADAL" clId="{117C7585-C8AA-41DE-B570-536170FE32ED}" dt="2026-04-13T11:10:11.049" v="133"/>
          <ac:spMkLst>
            <pc:docMk/>
            <pc:sldMk cId="3237143697" sldId="288"/>
            <ac:spMk id="1087" creationId="{A77FB56B-6D4A-9F49-CCB5-C9675CEB1423}"/>
          </ac:spMkLst>
        </pc:spChg>
        <pc:grpChg chg="add del mod">
          <ac:chgData name="Devika Hareesh" userId="39895284-21ec-4500-be1c-c998039dec4e" providerId="ADAL" clId="{117C7585-C8AA-41DE-B570-536170FE32ED}" dt="2026-04-17T11:14:41.674" v="741" actId="478"/>
          <ac:grpSpMkLst>
            <pc:docMk/>
            <pc:sldMk cId="3237143697" sldId="288"/>
            <ac:grpSpMk id="2" creationId="{9CEBCAAC-A067-F39E-28FB-93CACB118046}"/>
          </ac:grpSpMkLst>
        </pc:grpChg>
        <pc:grpChg chg="mod">
          <ac:chgData name="Devika Hareesh" userId="39895284-21ec-4500-be1c-c998039dec4e" providerId="ADAL" clId="{117C7585-C8AA-41DE-B570-536170FE32ED}" dt="2026-04-13T10:23:34.611" v="53" actId="1035"/>
          <ac:grpSpMkLst>
            <pc:docMk/>
            <pc:sldMk cId="3237143697" sldId="288"/>
            <ac:grpSpMk id="3" creationId="{BD287F0E-673F-ACE9-F47C-2D71ABE2A070}"/>
          </ac:grpSpMkLst>
        </pc:grpChg>
        <pc:grpChg chg="add del mod">
          <ac:chgData name="Devika Hareesh" userId="39895284-21ec-4500-be1c-c998039dec4e" providerId="ADAL" clId="{117C7585-C8AA-41DE-B570-536170FE32ED}" dt="2026-04-16T11:09:11.095" v="271" actId="478"/>
          <ac:grpSpMkLst>
            <pc:docMk/>
            <pc:sldMk cId="3237143697" sldId="288"/>
            <ac:grpSpMk id="4" creationId="{23AEBB0B-FAA8-43EE-7DD7-BB4DAA9C49BD}"/>
          </ac:grpSpMkLst>
        </pc:grpChg>
        <pc:grpChg chg="mod">
          <ac:chgData name="Devika Hareesh" userId="39895284-21ec-4500-be1c-c998039dec4e" providerId="ADAL" clId="{117C7585-C8AA-41DE-B570-536170FE32ED}" dt="2026-04-16T11:12:43.276" v="396" actId="1076"/>
          <ac:grpSpMkLst>
            <pc:docMk/>
            <pc:sldMk cId="3237143697" sldId="288"/>
            <ac:grpSpMk id="26" creationId="{5298EC8C-5880-CF04-D942-5D0809EDE918}"/>
          </ac:grpSpMkLst>
        </pc:grpChg>
        <pc:grpChg chg="mod">
          <ac:chgData name="Devika Hareesh" userId="39895284-21ec-4500-be1c-c998039dec4e" providerId="ADAL" clId="{117C7585-C8AA-41DE-B570-536170FE32ED}" dt="2026-04-16T11:12:43.276" v="396" actId="1076"/>
          <ac:grpSpMkLst>
            <pc:docMk/>
            <pc:sldMk cId="3237143697" sldId="288"/>
            <ac:grpSpMk id="31" creationId="{E709794F-2BB4-5390-1FC0-335915DBC39C}"/>
          </ac:grpSpMkLst>
        </pc:grpChg>
        <pc:grpChg chg="mod">
          <ac:chgData name="Devika Hareesh" userId="39895284-21ec-4500-be1c-c998039dec4e" providerId="ADAL" clId="{117C7585-C8AA-41DE-B570-536170FE32ED}" dt="2026-04-17T10:24:31.759" v="606" actId="1076"/>
          <ac:grpSpMkLst>
            <pc:docMk/>
            <pc:sldMk cId="3237143697" sldId="288"/>
            <ac:grpSpMk id="35" creationId="{CAF43BBE-3B99-C05A-ED05-03771DE3A0BF}"/>
          </ac:grpSpMkLst>
        </pc:grpChg>
        <pc:grpChg chg="add mod">
          <ac:chgData name="Devika Hareesh" userId="39895284-21ec-4500-be1c-c998039dec4e" providerId="ADAL" clId="{117C7585-C8AA-41DE-B570-536170FE32ED}" dt="2026-04-17T11:14:25.572" v="738"/>
          <ac:grpSpMkLst>
            <pc:docMk/>
            <pc:sldMk cId="3237143697" sldId="288"/>
            <ac:grpSpMk id="56" creationId="{54C36F91-3F25-5D85-3826-CEB26F0CDDA6}"/>
          </ac:grpSpMkLst>
        </pc:grpChg>
        <pc:grpChg chg="mod">
          <ac:chgData name="Devika Hareesh" userId="39895284-21ec-4500-be1c-c998039dec4e" providerId="ADAL" clId="{117C7585-C8AA-41DE-B570-536170FE32ED}" dt="2026-04-17T11:14:51.087" v="743" actId="14100"/>
          <ac:grpSpMkLst>
            <pc:docMk/>
            <pc:sldMk cId="3237143697" sldId="288"/>
            <ac:grpSpMk id="103" creationId="{6D2C26D3-B82F-8A75-65FE-FAABC640DFF5}"/>
          </ac:grpSpMkLst>
        </pc:grpChg>
        <pc:grpChg chg="mod">
          <ac:chgData name="Devika Hareesh" userId="39895284-21ec-4500-be1c-c998039dec4e" providerId="ADAL" clId="{117C7585-C8AA-41DE-B570-536170FE32ED}" dt="2026-04-13T11:09:49.472" v="131" actId="1076"/>
          <ac:grpSpMkLst>
            <pc:docMk/>
            <pc:sldMk cId="3237143697" sldId="288"/>
            <ac:grpSpMk id="127" creationId="{BAC549DC-34B9-3133-997C-989401AAAD05}"/>
          </ac:grpSpMkLst>
        </pc:grpChg>
        <pc:grpChg chg="add mod">
          <ac:chgData name="Devika Hareesh" userId="39895284-21ec-4500-be1c-c998039dec4e" providerId="ADAL" clId="{117C7585-C8AA-41DE-B570-536170FE32ED}" dt="2026-04-13T11:10:16.709" v="134" actId="1076"/>
          <ac:grpSpMkLst>
            <pc:docMk/>
            <pc:sldMk cId="3237143697" sldId="288"/>
            <ac:grpSpMk id="1084" creationId="{29971015-23D1-AC72-E193-D51B010CE151}"/>
          </ac:grpSpMkLst>
        </pc:grpChg>
        <pc:graphicFrameChg chg="add mod modGraphic">
          <ac:chgData name="Devika Hareesh" userId="39895284-21ec-4500-be1c-c998039dec4e" providerId="ADAL" clId="{117C7585-C8AA-41DE-B570-536170FE32ED}" dt="2026-04-17T10:16:21.839" v="587" actId="1036"/>
          <ac:graphicFrameMkLst>
            <pc:docMk/>
            <pc:sldMk cId="3237143697" sldId="288"/>
            <ac:graphicFrameMk id="24" creationId="{9E5D56A2-8911-323E-2603-428EC34CD2A2}"/>
          </ac:graphicFrameMkLst>
        </pc:graphicFrameChg>
        <pc:graphicFrameChg chg="add mod modGraphic">
          <ac:chgData name="Devika Hareesh" userId="39895284-21ec-4500-be1c-c998039dec4e" providerId="ADAL" clId="{117C7585-C8AA-41DE-B570-536170FE32ED}" dt="2026-04-17T10:16:21.839" v="587" actId="1036"/>
          <ac:graphicFrameMkLst>
            <pc:docMk/>
            <pc:sldMk cId="3237143697" sldId="288"/>
            <ac:graphicFrameMk id="51" creationId="{BD234679-2482-470A-2B3E-2213B005BC02}"/>
          </ac:graphicFrameMkLst>
        </pc:graphicFrameChg>
        <pc:graphicFrameChg chg="add mod modGraphic">
          <ac:chgData name="Devika Hareesh" userId="39895284-21ec-4500-be1c-c998039dec4e" providerId="ADAL" clId="{117C7585-C8AA-41DE-B570-536170FE32ED}" dt="2026-04-17T10:16:21.839" v="587" actId="1036"/>
          <ac:graphicFrameMkLst>
            <pc:docMk/>
            <pc:sldMk cId="3237143697" sldId="288"/>
            <ac:graphicFrameMk id="52" creationId="{08193307-71F8-C8F0-2F82-9327F7096C95}"/>
          </ac:graphicFrameMkLst>
        </pc:graphicFrameChg>
        <pc:picChg chg="mod">
          <ac:chgData name="Devika Hareesh" userId="39895284-21ec-4500-be1c-c998039dec4e" providerId="ADAL" clId="{117C7585-C8AA-41DE-B570-536170FE32ED}" dt="2026-04-16T11:09:07.472" v="269"/>
          <ac:picMkLst>
            <pc:docMk/>
            <pc:sldMk cId="3237143697" sldId="288"/>
            <ac:picMk id="9" creationId="{4E3C0487-85F7-2488-C3A4-41667BEEA09A}"/>
          </ac:picMkLst>
        </pc:picChg>
        <pc:picChg chg="mod">
          <ac:chgData name="Devika Hareesh" userId="39895284-21ec-4500-be1c-c998039dec4e" providerId="ADAL" clId="{117C7585-C8AA-41DE-B570-536170FE32ED}" dt="2026-04-16T11:09:07.472" v="269"/>
          <ac:picMkLst>
            <pc:docMk/>
            <pc:sldMk cId="3237143697" sldId="288"/>
            <ac:picMk id="10" creationId="{F6D39D4F-3D81-1C75-9D80-7B49DA02E425}"/>
          </ac:picMkLst>
        </pc:picChg>
        <pc:picChg chg="mod">
          <ac:chgData name="Devika Hareesh" userId="39895284-21ec-4500-be1c-c998039dec4e" providerId="ADAL" clId="{117C7585-C8AA-41DE-B570-536170FE32ED}" dt="2026-04-16T11:12:43.276" v="396" actId="1076"/>
          <ac:picMkLst>
            <pc:docMk/>
            <pc:sldMk cId="3237143697" sldId="288"/>
            <ac:picMk id="17" creationId="{8A80F40F-A1A9-260B-41E4-614197F1CF38}"/>
          </ac:picMkLst>
        </pc:picChg>
        <pc:picChg chg="mod">
          <ac:chgData name="Devika Hareesh" userId="39895284-21ec-4500-be1c-c998039dec4e" providerId="ADAL" clId="{117C7585-C8AA-41DE-B570-536170FE32ED}" dt="2026-04-16T11:12:43.276" v="396" actId="1076"/>
          <ac:picMkLst>
            <pc:docMk/>
            <pc:sldMk cId="3237143697" sldId="288"/>
            <ac:picMk id="18" creationId="{C72BA867-2980-D503-8CA3-27A65977157A}"/>
          </ac:picMkLst>
        </pc:picChg>
        <pc:picChg chg="mod">
          <ac:chgData name="Devika Hareesh" userId="39895284-21ec-4500-be1c-c998039dec4e" providerId="ADAL" clId="{117C7585-C8AA-41DE-B570-536170FE32ED}" dt="2026-04-16T11:12:43.276" v="396" actId="1076"/>
          <ac:picMkLst>
            <pc:docMk/>
            <pc:sldMk cId="3237143697" sldId="288"/>
            <ac:picMk id="19" creationId="{4DCE4B79-4A98-0D8F-7156-A62C92F18B7E}"/>
          </ac:picMkLst>
        </pc:picChg>
        <pc:picChg chg="mod">
          <ac:chgData name="Devika Hareesh" userId="39895284-21ec-4500-be1c-c998039dec4e" providerId="ADAL" clId="{117C7585-C8AA-41DE-B570-536170FE32ED}" dt="2026-04-16T11:12:43.276" v="396" actId="1076"/>
          <ac:picMkLst>
            <pc:docMk/>
            <pc:sldMk cId="3237143697" sldId="288"/>
            <ac:picMk id="20" creationId="{491D0CC0-F153-7543-A85B-E5599D11A938}"/>
          </ac:picMkLst>
        </pc:picChg>
        <pc:picChg chg="add del">
          <ac:chgData name="Devika Hareesh" userId="39895284-21ec-4500-be1c-c998039dec4e" providerId="ADAL" clId="{117C7585-C8AA-41DE-B570-536170FE32ED}" dt="2026-04-16T11:14:56.834" v="458" actId="22"/>
          <ac:picMkLst>
            <pc:docMk/>
            <pc:sldMk cId="3237143697" sldId="288"/>
            <ac:picMk id="28" creationId="{A6C5BCA5-38AC-7921-1FA1-5CA2F50BC9A2}"/>
          </ac:picMkLst>
        </pc:picChg>
        <pc:picChg chg="add del mod">
          <ac:chgData name="Devika Hareesh" userId="39895284-21ec-4500-be1c-c998039dec4e" providerId="ADAL" clId="{117C7585-C8AA-41DE-B570-536170FE32ED}" dt="2026-04-16T11:22:50.939" v="494" actId="478"/>
          <ac:picMkLst>
            <pc:docMk/>
            <pc:sldMk cId="3237143697" sldId="288"/>
            <ac:picMk id="43" creationId="{24B596CA-F0BD-914D-66CA-A4C3E88F08D0}"/>
          </ac:picMkLst>
        </pc:picChg>
        <pc:picChg chg="del mod topLvl">
          <ac:chgData name="Devika Hareesh" userId="39895284-21ec-4500-be1c-c998039dec4e" providerId="ADAL" clId="{117C7585-C8AA-41DE-B570-536170FE32ED}" dt="2026-04-17T11:14:41.674" v="741" actId="478"/>
          <ac:picMkLst>
            <pc:docMk/>
            <pc:sldMk cId="3237143697" sldId="288"/>
            <ac:picMk id="47" creationId="{F9CD1B46-821A-0F26-E3B5-B5E5457B43C5}"/>
          </ac:picMkLst>
        </pc:picChg>
        <pc:picChg chg="mod">
          <ac:chgData name="Devika Hareesh" userId="39895284-21ec-4500-be1c-c998039dec4e" providerId="ADAL" clId="{117C7585-C8AA-41DE-B570-536170FE32ED}" dt="2026-04-17T11:14:25.572" v="738"/>
          <ac:picMkLst>
            <pc:docMk/>
            <pc:sldMk cId="3237143697" sldId="288"/>
            <ac:picMk id="57" creationId="{220387E6-5A5F-3869-B2B8-B59782869B4F}"/>
          </ac:picMkLst>
        </pc:picChg>
        <pc:picChg chg="mod">
          <ac:chgData name="Devika Hareesh" userId="39895284-21ec-4500-be1c-c998039dec4e" providerId="ADAL" clId="{117C7585-C8AA-41DE-B570-536170FE32ED}" dt="2026-04-17T11:14:25.572" v="738"/>
          <ac:picMkLst>
            <pc:docMk/>
            <pc:sldMk cId="3237143697" sldId="288"/>
            <ac:picMk id="60" creationId="{8BE90588-964E-1200-16FF-E552CE54D3B4}"/>
          </ac:picMkLst>
        </pc:picChg>
        <pc:picChg chg="mod">
          <ac:chgData name="Devika Hareesh" userId="39895284-21ec-4500-be1c-c998039dec4e" providerId="ADAL" clId="{117C7585-C8AA-41DE-B570-536170FE32ED}" dt="2026-04-17T10:24:45.511" v="608" actId="14100"/>
          <ac:picMkLst>
            <pc:docMk/>
            <pc:sldMk cId="3237143697" sldId="288"/>
            <ac:picMk id="117" creationId="{EA54111E-0D69-4B01-F4C8-0B6F50E87202}"/>
          </ac:picMkLst>
        </pc:picChg>
        <pc:picChg chg="mod">
          <ac:chgData name="Devika Hareesh" userId="39895284-21ec-4500-be1c-c998039dec4e" providerId="ADAL" clId="{117C7585-C8AA-41DE-B570-536170FE32ED}" dt="2026-04-13T11:09:34.683" v="128" actId="1076"/>
          <ac:picMkLst>
            <pc:docMk/>
            <pc:sldMk cId="3237143697" sldId="288"/>
            <ac:picMk id="128" creationId="{1092FADC-E4A4-C832-0155-166CDABADEE7}"/>
          </ac:picMkLst>
        </pc:picChg>
        <pc:picChg chg="del mod">
          <ac:chgData name="Devika Hareesh" userId="39895284-21ec-4500-be1c-c998039dec4e" providerId="ADAL" clId="{117C7585-C8AA-41DE-B570-536170FE32ED}" dt="2026-04-17T11:14:37.802" v="740" actId="478"/>
          <ac:picMkLst>
            <pc:docMk/>
            <pc:sldMk cId="3237143697" sldId="288"/>
            <ac:picMk id="1026" creationId="{F5A04621-C9F0-DB85-1328-35D19CF4C6EF}"/>
          </ac:picMkLst>
        </pc:picChg>
        <pc:picChg chg="add mod">
          <ac:chgData name="Devika Hareesh" userId="39895284-21ec-4500-be1c-c998039dec4e" providerId="ADAL" clId="{117C7585-C8AA-41DE-B570-536170FE32ED}" dt="2026-04-13T11:10:02.239" v="132" actId="1076"/>
          <ac:picMkLst>
            <pc:docMk/>
            <pc:sldMk cId="3237143697" sldId="288"/>
            <ac:picMk id="1083" creationId="{50732161-0AD5-5A87-277E-13271F9BAB05}"/>
          </ac:picMkLst>
        </pc:picChg>
        <pc:picChg chg="mod">
          <ac:chgData name="Devika Hareesh" userId="39895284-21ec-4500-be1c-c998039dec4e" providerId="ADAL" clId="{117C7585-C8AA-41DE-B570-536170FE32ED}" dt="2026-04-13T11:10:11.049" v="133"/>
          <ac:picMkLst>
            <pc:docMk/>
            <pc:sldMk cId="3237143697" sldId="288"/>
            <ac:picMk id="1085" creationId="{62F3979A-A082-C66E-4C02-63DA51794D4D}"/>
          </ac:picMkLst>
        </pc:picChg>
        <pc:picChg chg="mod">
          <ac:chgData name="Devika Hareesh" userId="39895284-21ec-4500-be1c-c998039dec4e" providerId="ADAL" clId="{117C7585-C8AA-41DE-B570-536170FE32ED}" dt="2026-04-13T11:10:11.049" v="133"/>
          <ac:picMkLst>
            <pc:docMk/>
            <pc:sldMk cId="3237143697" sldId="288"/>
            <ac:picMk id="1086" creationId="{2F454677-1097-6646-8FAA-9D7C9FE702AA}"/>
          </ac:picMkLst>
        </pc:picChg>
      </pc:sldChg>
      <pc:sldChg chg="addSp delSp modSp mod ord">
        <pc:chgData name="Devika Hareesh" userId="39895284-21ec-4500-be1c-c998039dec4e" providerId="ADAL" clId="{117C7585-C8AA-41DE-B570-536170FE32ED}" dt="2026-04-17T10:16:57.211" v="593"/>
        <pc:sldMkLst>
          <pc:docMk/>
          <pc:sldMk cId="2161462794" sldId="290"/>
        </pc:sldMkLst>
        <pc:spChg chg="add mod">
          <ac:chgData name="Devika Hareesh" userId="39895284-21ec-4500-be1c-c998039dec4e" providerId="ADAL" clId="{117C7585-C8AA-41DE-B570-536170FE32ED}" dt="2026-04-13T11:09:03.942" v="125" actId="1035"/>
          <ac:spMkLst>
            <pc:docMk/>
            <pc:sldMk cId="2161462794" sldId="290"/>
            <ac:spMk id="2" creationId="{36E8F6DF-2A2D-E4F0-E2FB-00371C9D455B}"/>
          </ac:spMkLst>
        </pc:spChg>
        <pc:spChg chg="add mod">
          <ac:chgData name="Devika Hareesh" userId="39895284-21ec-4500-be1c-c998039dec4e" providerId="ADAL" clId="{117C7585-C8AA-41DE-B570-536170FE32ED}" dt="2026-04-13T09:36:23.652" v="12" actId="1076"/>
          <ac:spMkLst>
            <pc:docMk/>
            <pc:sldMk cId="2161462794" sldId="290"/>
            <ac:spMk id="3" creationId="{37DEE86B-30FD-5193-7EF5-1D6B47D6315B}"/>
          </ac:spMkLst>
        </pc:spChg>
        <pc:spChg chg="mod">
          <ac:chgData name="Devika Hareesh" userId="39895284-21ec-4500-be1c-c998039dec4e" providerId="ADAL" clId="{117C7585-C8AA-41DE-B570-536170FE32ED}" dt="2026-04-13T09:42:50.670" v="26"/>
          <ac:spMkLst>
            <pc:docMk/>
            <pc:sldMk cId="2161462794" sldId="290"/>
            <ac:spMk id="7" creationId="{492ADB2E-A473-4B8A-4582-96F452642483}"/>
          </ac:spMkLst>
        </pc:spChg>
        <pc:spChg chg="mod">
          <ac:chgData name="Devika Hareesh" userId="39895284-21ec-4500-be1c-c998039dec4e" providerId="ADAL" clId="{117C7585-C8AA-41DE-B570-536170FE32ED}" dt="2026-04-13T11:06:56.913" v="102" actId="165"/>
          <ac:spMkLst>
            <pc:docMk/>
            <pc:sldMk cId="2161462794" sldId="290"/>
            <ac:spMk id="9" creationId="{EE52F9F0-41AA-D3A5-9677-5D651C1EEE22}"/>
          </ac:spMkLst>
        </pc:spChg>
        <pc:spChg chg="mod">
          <ac:chgData name="Devika Hareesh" userId="39895284-21ec-4500-be1c-c998039dec4e" providerId="ADAL" clId="{117C7585-C8AA-41DE-B570-536170FE32ED}" dt="2026-04-13T11:06:56.913" v="102" actId="165"/>
          <ac:spMkLst>
            <pc:docMk/>
            <pc:sldMk cId="2161462794" sldId="290"/>
            <ac:spMk id="10" creationId="{E19D2C8D-95B2-EECE-0D22-DF8F57BCD2EC}"/>
          </ac:spMkLst>
        </pc:spChg>
        <pc:spChg chg="mod">
          <ac:chgData name="Devika Hareesh" userId="39895284-21ec-4500-be1c-c998039dec4e" providerId="ADAL" clId="{117C7585-C8AA-41DE-B570-536170FE32ED}" dt="2026-04-13T09:42:50.670" v="26"/>
          <ac:spMkLst>
            <pc:docMk/>
            <pc:sldMk cId="2161462794" sldId="290"/>
            <ac:spMk id="13" creationId="{3F36D9A8-7D57-7CFC-E847-12D4C00BB783}"/>
          </ac:spMkLst>
        </pc:spChg>
        <pc:spChg chg="mod">
          <ac:chgData name="Devika Hareesh" userId="39895284-21ec-4500-be1c-c998039dec4e" providerId="ADAL" clId="{117C7585-C8AA-41DE-B570-536170FE32ED}" dt="2026-04-13T11:06:56.913" v="102" actId="165"/>
          <ac:spMkLst>
            <pc:docMk/>
            <pc:sldMk cId="2161462794" sldId="290"/>
            <ac:spMk id="14" creationId="{F84563BB-41E6-5C24-CFE8-35E7462287D6}"/>
          </ac:spMkLst>
        </pc:spChg>
        <pc:spChg chg="mod">
          <ac:chgData name="Devika Hareesh" userId="39895284-21ec-4500-be1c-c998039dec4e" providerId="ADAL" clId="{117C7585-C8AA-41DE-B570-536170FE32ED}" dt="2026-04-13T11:06:56.913" v="102" actId="165"/>
          <ac:spMkLst>
            <pc:docMk/>
            <pc:sldMk cId="2161462794" sldId="290"/>
            <ac:spMk id="15" creationId="{129B23E7-E38A-E342-5982-16FA0E920C2A}"/>
          </ac:spMkLst>
        </pc:spChg>
        <pc:spChg chg="mod">
          <ac:chgData name="Devika Hareesh" userId="39895284-21ec-4500-be1c-c998039dec4e" providerId="ADAL" clId="{117C7585-C8AA-41DE-B570-536170FE32ED}" dt="2026-04-13T09:42:50.670" v="26"/>
          <ac:spMkLst>
            <pc:docMk/>
            <pc:sldMk cId="2161462794" sldId="290"/>
            <ac:spMk id="18" creationId="{5FE3500D-5EAE-DE89-8FA1-0B6DB1E1720F}"/>
          </ac:spMkLst>
        </pc:spChg>
        <pc:spChg chg="mod">
          <ac:chgData name="Devika Hareesh" userId="39895284-21ec-4500-be1c-c998039dec4e" providerId="ADAL" clId="{117C7585-C8AA-41DE-B570-536170FE32ED}" dt="2026-04-13T09:43:45.762" v="39" actId="207"/>
          <ac:spMkLst>
            <pc:docMk/>
            <pc:sldMk cId="2161462794" sldId="290"/>
            <ac:spMk id="19" creationId="{07AD2959-CA6F-4F6D-0B33-896F28F58BBB}"/>
          </ac:spMkLst>
        </pc:spChg>
        <pc:spChg chg="mod">
          <ac:chgData name="Devika Hareesh" userId="39895284-21ec-4500-be1c-c998039dec4e" providerId="ADAL" clId="{117C7585-C8AA-41DE-B570-536170FE32ED}" dt="2026-04-13T09:45:36.840" v="51" actId="20577"/>
          <ac:spMkLst>
            <pc:docMk/>
            <pc:sldMk cId="2161462794" sldId="290"/>
            <ac:spMk id="23" creationId="{29483DEE-B1C4-10D3-CEE2-52374E8EB1EE}"/>
          </ac:spMkLst>
        </pc:spChg>
        <pc:spChg chg="mod">
          <ac:chgData name="Devika Hareesh" userId="39895284-21ec-4500-be1c-c998039dec4e" providerId="ADAL" clId="{117C7585-C8AA-41DE-B570-536170FE32ED}" dt="2026-04-13T11:06:56.913" v="102" actId="165"/>
          <ac:spMkLst>
            <pc:docMk/>
            <pc:sldMk cId="2161462794" sldId="290"/>
            <ac:spMk id="24" creationId="{2268C665-F925-024C-D217-3330DA004D2A}"/>
          </ac:spMkLst>
        </pc:spChg>
        <pc:spChg chg="mod">
          <ac:chgData name="Devika Hareesh" userId="39895284-21ec-4500-be1c-c998039dec4e" providerId="ADAL" clId="{117C7585-C8AA-41DE-B570-536170FE32ED}" dt="2026-04-13T11:06:56.913" v="102" actId="165"/>
          <ac:spMkLst>
            <pc:docMk/>
            <pc:sldMk cId="2161462794" sldId="290"/>
            <ac:spMk id="25" creationId="{25605E99-E4F3-C8B7-2D6D-B130922DF9C6}"/>
          </ac:spMkLst>
        </pc:spChg>
        <pc:spChg chg="mod">
          <ac:chgData name="Devika Hareesh" userId="39895284-21ec-4500-be1c-c998039dec4e" providerId="ADAL" clId="{117C7585-C8AA-41DE-B570-536170FE32ED}" dt="2026-04-13T09:42:50.670" v="26"/>
          <ac:spMkLst>
            <pc:docMk/>
            <pc:sldMk cId="2161462794" sldId="290"/>
            <ac:spMk id="26" creationId="{BD7C6EAB-7F6C-B5FC-01B3-671C5B5088B4}"/>
          </ac:spMkLst>
        </pc:spChg>
        <pc:spChg chg="mod">
          <ac:chgData name="Devika Hareesh" userId="39895284-21ec-4500-be1c-c998039dec4e" providerId="ADAL" clId="{117C7585-C8AA-41DE-B570-536170FE32ED}" dt="2026-04-13T11:06:56.913" v="102" actId="165"/>
          <ac:spMkLst>
            <pc:docMk/>
            <pc:sldMk cId="2161462794" sldId="290"/>
            <ac:spMk id="27" creationId="{D8464880-C3E0-906A-2B23-3C6D032CC464}"/>
          </ac:spMkLst>
        </pc:spChg>
        <pc:spChg chg="mod">
          <ac:chgData name="Devika Hareesh" userId="39895284-21ec-4500-be1c-c998039dec4e" providerId="ADAL" clId="{117C7585-C8AA-41DE-B570-536170FE32ED}" dt="2026-04-13T11:06:56.913" v="102" actId="165"/>
          <ac:spMkLst>
            <pc:docMk/>
            <pc:sldMk cId="2161462794" sldId="290"/>
            <ac:spMk id="28" creationId="{9E19546D-AC8D-7900-36D5-13733B5C8AB4}"/>
          </ac:spMkLst>
        </pc:spChg>
        <pc:spChg chg="mod">
          <ac:chgData name="Devika Hareesh" userId="39895284-21ec-4500-be1c-c998039dec4e" providerId="ADAL" clId="{117C7585-C8AA-41DE-B570-536170FE32ED}" dt="2026-04-13T09:42:50.670" v="26"/>
          <ac:spMkLst>
            <pc:docMk/>
            <pc:sldMk cId="2161462794" sldId="290"/>
            <ac:spMk id="32" creationId="{F6F55CDC-6B53-D489-8B89-6E6DB8FEC05A}"/>
          </ac:spMkLst>
        </pc:spChg>
        <pc:spChg chg="mod">
          <ac:chgData name="Devika Hareesh" userId="39895284-21ec-4500-be1c-c998039dec4e" providerId="ADAL" clId="{117C7585-C8AA-41DE-B570-536170FE32ED}" dt="2026-04-13T11:09:03.942" v="125" actId="1035"/>
          <ac:spMkLst>
            <pc:docMk/>
            <pc:sldMk cId="2161462794" sldId="290"/>
            <ac:spMk id="53" creationId="{74637C38-A4FD-A652-98AF-96B83C55AF28}"/>
          </ac:spMkLst>
        </pc:spChg>
        <pc:spChg chg="del mod">
          <ac:chgData name="Devika Hareesh" userId="39895284-21ec-4500-be1c-c998039dec4e" providerId="ADAL" clId="{117C7585-C8AA-41DE-B570-536170FE32ED}" dt="2026-04-17T10:16:35.427" v="589" actId="478"/>
          <ac:spMkLst>
            <pc:docMk/>
            <pc:sldMk cId="2161462794" sldId="290"/>
            <ac:spMk id="54" creationId="{A46A154C-365D-AE3E-1404-D8B495336914}"/>
          </ac:spMkLst>
        </pc:spChg>
        <pc:spChg chg="del mod">
          <ac:chgData name="Devika Hareesh" userId="39895284-21ec-4500-be1c-c998039dec4e" providerId="ADAL" clId="{117C7585-C8AA-41DE-B570-536170FE32ED}" dt="2026-04-17T10:16:38.899" v="590" actId="478"/>
          <ac:spMkLst>
            <pc:docMk/>
            <pc:sldMk cId="2161462794" sldId="290"/>
            <ac:spMk id="60" creationId="{71BC2397-77EC-C5C4-4876-8E9020C2AAB2}"/>
          </ac:spMkLst>
        </pc:spChg>
        <pc:spChg chg="del mod">
          <ac:chgData name="Devika Hareesh" userId="39895284-21ec-4500-be1c-c998039dec4e" providerId="ADAL" clId="{117C7585-C8AA-41DE-B570-536170FE32ED}" dt="2026-04-17T10:16:41.585" v="591" actId="478"/>
          <ac:spMkLst>
            <pc:docMk/>
            <pc:sldMk cId="2161462794" sldId="290"/>
            <ac:spMk id="66" creationId="{470C7D81-CA7D-12B7-410A-EE15E15B8C21}"/>
          </ac:spMkLst>
        </pc:spChg>
        <pc:spChg chg="mod">
          <ac:chgData name="Devika Hareesh" userId="39895284-21ec-4500-be1c-c998039dec4e" providerId="ADAL" clId="{117C7585-C8AA-41DE-B570-536170FE32ED}" dt="2026-04-13T11:07:04.652" v="103" actId="164"/>
          <ac:spMkLst>
            <pc:docMk/>
            <pc:sldMk cId="2161462794" sldId="290"/>
            <ac:spMk id="83" creationId="{31761697-A117-EB1F-14DC-657B2EF9B588}"/>
          </ac:spMkLst>
        </pc:spChg>
        <pc:spChg chg="mod">
          <ac:chgData name="Devika Hareesh" userId="39895284-21ec-4500-be1c-c998039dec4e" providerId="ADAL" clId="{117C7585-C8AA-41DE-B570-536170FE32ED}" dt="2026-04-13T11:07:04.652" v="103" actId="164"/>
          <ac:spMkLst>
            <pc:docMk/>
            <pc:sldMk cId="2161462794" sldId="290"/>
            <ac:spMk id="84" creationId="{1CBE88DE-9CF7-1DA9-5664-9CB804F3119A}"/>
          </ac:spMkLst>
        </pc:spChg>
        <pc:spChg chg="mod">
          <ac:chgData name="Devika Hareesh" userId="39895284-21ec-4500-be1c-c998039dec4e" providerId="ADAL" clId="{117C7585-C8AA-41DE-B570-536170FE32ED}" dt="2026-04-13T11:07:04.652" v="103" actId="164"/>
          <ac:spMkLst>
            <pc:docMk/>
            <pc:sldMk cId="2161462794" sldId="290"/>
            <ac:spMk id="86" creationId="{162BA839-E59A-F185-489C-A49DA00E9296}"/>
          </ac:spMkLst>
        </pc:spChg>
        <pc:spChg chg="mod">
          <ac:chgData name="Devika Hareesh" userId="39895284-21ec-4500-be1c-c998039dec4e" providerId="ADAL" clId="{117C7585-C8AA-41DE-B570-536170FE32ED}" dt="2026-04-13T11:07:04.652" v="103" actId="164"/>
          <ac:spMkLst>
            <pc:docMk/>
            <pc:sldMk cId="2161462794" sldId="290"/>
            <ac:spMk id="89" creationId="{2B37E81B-E0D6-5E05-4F6B-0AF569D1D68B}"/>
          </ac:spMkLst>
        </pc:spChg>
        <pc:spChg chg="mod">
          <ac:chgData name="Devika Hareesh" userId="39895284-21ec-4500-be1c-c998039dec4e" providerId="ADAL" clId="{117C7585-C8AA-41DE-B570-536170FE32ED}" dt="2026-04-13T11:07:04.652" v="103" actId="164"/>
          <ac:spMkLst>
            <pc:docMk/>
            <pc:sldMk cId="2161462794" sldId="290"/>
            <ac:spMk id="90" creationId="{7027ABFC-B378-BC20-A43F-86F684EBE869}"/>
          </ac:spMkLst>
        </pc:spChg>
        <pc:spChg chg="mod">
          <ac:chgData name="Devika Hareesh" userId="39895284-21ec-4500-be1c-c998039dec4e" providerId="ADAL" clId="{117C7585-C8AA-41DE-B570-536170FE32ED}" dt="2026-04-13T11:07:16.972" v="108" actId="1076"/>
          <ac:spMkLst>
            <pc:docMk/>
            <pc:sldMk cId="2161462794" sldId="290"/>
            <ac:spMk id="91" creationId="{16BD4180-4B60-CC7E-C3A4-964EB83F0651}"/>
          </ac:spMkLst>
        </pc:spChg>
        <pc:spChg chg="mod">
          <ac:chgData name="Devika Hareesh" userId="39895284-21ec-4500-be1c-c998039dec4e" providerId="ADAL" clId="{117C7585-C8AA-41DE-B570-536170FE32ED}" dt="2026-04-13T11:07:13.836" v="106" actId="1076"/>
          <ac:spMkLst>
            <pc:docMk/>
            <pc:sldMk cId="2161462794" sldId="290"/>
            <ac:spMk id="92" creationId="{BBE98843-98A6-91AF-5FFD-1B6163E3CCCB}"/>
          </ac:spMkLst>
        </pc:spChg>
        <pc:spChg chg="mod">
          <ac:chgData name="Devika Hareesh" userId="39895284-21ec-4500-be1c-c998039dec4e" providerId="ADAL" clId="{117C7585-C8AA-41DE-B570-536170FE32ED}" dt="2026-04-13T11:07:04.652" v="103" actId="164"/>
          <ac:spMkLst>
            <pc:docMk/>
            <pc:sldMk cId="2161462794" sldId="290"/>
            <ac:spMk id="93" creationId="{DF00CCE2-FB3D-F044-2953-AF6D55D02AF6}"/>
          </ac:spMkLst>
        </pc:spChg>
        <pc:spChg chg="mod">
          <ac:chgData name="Devika Hareesh" userId="39895284-21ec-4500-be1c-c998039dec4e" providerId="ADAL" clId="{117C7585-C8AA-41DE-B570-536170FE32ED}" dt="2026-04-13T11:07:04.652" v="103" actId="164"/>
          <ac:spMkLst>
            <pc:docMk/>
            <pc:sldMk cId="2161462794" sldId="290"/>
            <ac:spMk id="94" creationId="{883804A4-B58E-6C92-216F-61AB7514A963}"/>
          </ac:spMkLst>
        </pc:spChg>
        <pc:spChg chg="mod">
          <ac:chgData name="Devika Hareesh" userId="39895284-21ec-4500-be1c-c998039dec4e" providerId="ADAL" clId="{117C7585-C8AA-41DE-B570-536170FE32ED}" dt="2026-04-13T11:07:04.652" v="103" actId="164"/>
          <ac:spMkLst>
            <pc:docMk/>
            <pc:sldMk cId="2161462794" sldId="290"/>
            <ac:spMk id="95" creationId="{9A8B5C5B-6441-22C1-9B15-734F9C646D90}"/>
          </ac:spMkLst>
        </pc:spChg>
        <pc:spChg chg="mod">
          <ac:chgData name="Devika Hareesh" userId="39895284-21ec-4500-be1c-c998039dec4e" providerId="ADAL" clId="{117C7585-C8AA-41DE-B570-536170FE32ED}" dt="2026-04-13T11:07:04.652" v="103" actId="164"/>
          <ac:spMkLst>
            <pc:docMk/>
            <pc:sldMk cId="2161462794" sldId="290"/>
            <ac:spMk id="98" creationId="{BA1E09D4-A260-785C-EBBA-9E7802364B26}"/>
          </ac:spMkLst>
        </pc:spChg>
        <pc:spChg chg="mod topLvl">
          <ac:chgData name="Devika Hareesh" userId="39895284-21ec-4500-be1c-c998039dec4e" providerId="ADAL" clId="{117C7585-C8AA-41DE-B570-536170FE32ED}" dt="2026-04-13T11:09:03.942" v="125" actId="1035"/>
          <ac:spMkLst>
            <pc:docMk/>
            <pc:sldMk cId="2161462794" sldId="290"/>
            <ac:spMk id="1028" creationId="{E3B3D3D8-2A7F-DBAB-F1E4-FD627A4A2B11}"/>
          </ac:spMkLst>
        </pc:spChg>
        <pc:grpChg chg="mod">
          <ac:chgData name="Devika Hareesh" userId="39895284-21ec-4500-be1c-c998039dec4e" providerId="ADAL" clId="{117C7585-C8AA-41DE-B570-536170FE32ED}" dt="2026-04-13T09:42:58.590" v="28" actId="1076"/>
          <ac:grpSpMkLst>
            <pc:docMk/>
            <pc:sldMk cId="2161462794" sldId="290"/>
            <ac:grpSpMk id="4" creationId="{92DCF46E-BA86-CB1E-2738-6769C061DE9C}"/>
          </ac:grpSpMkLst>
        </pc:grpChg>
        <pc:grpChg chg="mod">
          <ac:chgData name="Devika Hareesh" userId="39895284-21ec-4500-be1c-c998039dec4e" providerId="ADAL" clId="{117C7585-C8AA-41DE-B570-536170FE32ED}" dt="2026-04-13T09:42:50.670" v="26"/>
          <ac:grpSpMkLst>
            <pc:docMk/>
            <pc:sldMk cId="2161462794" sldId="290"/>
            <ac:grpSpMk id="5" creationId="{F31E21D1-B2F0-0F91-0A94-8A7EDACF9F62}"/>
          </ac:grpSpMkLst>
        </pc:grpChg>
        <pc:grpChg chg="mod">
          <ac:chgData name="Devika Hareesh" userId="39895284-21ec-4500-be1c-c998039dec4e" providerId="ADAL" clId="{117C7585-C8AA-41DE-B570-536170FE32ED}" dt="2026-04-13T11:07:27.852" v="111" actId="1076"/>
          <ac:grpSpMkLst>
            <pc:docMk/>
            <pc:sldMk cId="2161462794" sldId="290"/>
            <ac:grpSpMk id="33" creationId="{5020932F-77FC-72A1-B34B-03B76B9FA5FB}"/>
          </ac:grpSpMkLst>
        </pc:grpChg>
        <pc:grpChg chg="mod">
          <ac:chgData name="Devika Hareesh" userId="39895284-21ec-4500-be1c-c998039dec4e" providerId="ADAL" clId="{117C7585-C8AA-41DE-B570-536170FE32ED}" dt="2026-04-13T11:09:03.942" v="125" actId="1035"/>
          <ac:grpSpMkLst>
            <pc:docMk/>
            <pc:sldMk cId="2161462794" sldId="290"/>
            <ac:grpSpMk id="52" creationId="{BA01006A-DE3F-0D5C-788D-CA54425554EC}"/>
          </ac:grpSpMkLst>
        </pc:grpChg>
        <pc:grpChg chg="mod">
          <ac:chgData name="Devika Hareesh" userId="39895284-21ec-4500-be1c-c998039dec4e" providerId="ADAL" clId="{117C7585-C8AA-41DE-B570-536170FE32ED}" dt="2026-04-13T11:08:18.402" v="116" actId="1036"/>
          <ac:grpSpMkLst>
            <pc:docMk/>
            <pc:sldMk cId="2161462794" sldId="290"/>
            <ac:grpSpMk id="61" creationId="{9934D85B-A014-8852-FE60-A9F2A5BE6442}"/>
          </ac:grpSpMkLst>
        </pc:grpChg>
        <pc:grpChg chg="mod">
          <ac:chgData name="Devika Hareesh" userId="39895284-21ec-4500-be1c-c998039dec4e" providerId="ADAL" clId="{117C7585-C8AA-41DE-B570-536170FE32ED}" dt="2026-04-17T10:16:55.179" v="592" actId="1076"/>
          <ac:grpSpMkLst>
            <pc:docMk/>
            <pc:sldMk cId="2161462794" sldId="290"/>
            <ac:grpSpMk id="81" creationId="{71D4D4C3-B540-BF44-9D19-71EF3FEB7AF0}"/>
          </ac:grpSpMkLst>
        </pc:grpChg>
        <pc:graphicFrameChg chg="add mod">
          <ac:chgData name="Devika Hareesh" userId="39895284-21ec-4500-be1c-c998039dec4e" providerId="ADAL" clId="{117C7585-C8AA-41DE-B570-536170FE32ED}" dt="2026-04-17T10:16:57.211" v="593"/>
          <ac:graphicFrameMkLst>
            <pc:docMk/>
            <pc:sldMk cId="2161462794" sldId="290"/>
            <ac:graphicFrameMk id="16" creationId="{EF27E9FD-A604-D7FD-7DC4-04BE53B6A641}"/>
          </ac:graphicFrameMkLst>
        </pc:graphicFrameChg>
        <pc:graphicFrameChg chg="add mod">
          <ac:chgData name="Devika Hareesh" userId="39895284-21ec-4500-be1c-c998039dec4e" providerId="ADAL" clId="{117C7585-C8AA-41DE-B570-536170FE32ED}" dt="2026-04-17T10:16:57.211" v="593"/>
          <ac:graphicFrameMkLst>
            <pc:docMk/>
            <pc:sldMk cId="2161462794" sldId="290"/>
            <ac:graphicFrameMk id="22" creationId="{F87C6F86-CBF0-CE87-95AD-1CDECDE2C88C}"/>
          </ac:graphicFrameMkLst>
        </pc:graphicFrameChg>
        <pc:graphicFrameChg chg="add mod">
          <ac:chgData name="Devika Hareesh" userId="39895284-21ec-4500-be1c-c998039dec4e" providerId="ADAL" clId="{117C7585-C8AA-41DE-B570-536170FE32ED}" dt="2026-04-17T10:16:57.211" v="593"/>
          <ac:graphicFrameMkLst>
            <pc:docMk/>
            <pc:sldMk cId="2161462794" sldId="290"/>
            <ac:graphicFrameMk id="34" creationId="{BCC545C0-41CE-89B2-1BA0-1EFF092103AD}"/>
          </ac:graphicFrameMkLst>
        </pc:graphicFrameChg>
        <pc:picChg chg="mod">
          <ac:chgData name="Devika Hareesh" userId="39895284-21ec-4500-be1c-c998039dec4e" providerId="ADAL" clId="{117C7585-C8AA-41DE-B570-536170FE32ED}" dt="2026-04-13T09:42:50.670" v="26"/>
          <ac:picMkLst>
            <pc:docMk/>
            <pc:sldMk cId="2161462794" sldId="290"/>
            <ac:picMk id="8" creationId="{BCEF0D37-BBE6-BBA9-8EDB-6F44621D6161}"/>
          </ac:picMkLst>
        </pc:picChg>
        <pc:picChg chg="mod">
          <ac:chgData name="Devika Hareesh" userId="39895284-21ec-4500-be1c-c998039dec4e" providerId="ADAL" clId="{117C7585-C8AA-41DE-B570-536170FE32ED}" dt="2026-04-13T09:42:50.670" v="26"/>
          <ac:picMkLst>
            <pc:docMk/>
            <pc:sldMk cId="2161462794" sldId="290"/>
            <ac:picMk id="11" creationId="{EA4C5E99-624A-C3B8-B735-B28274A2351E}"/>
          </ac:picMkLst>
        </pc:picChg>
        <pc:picChg chg="mod">
          <ac:chgData name="Devika Hareesh" userId="39895284-21ec-4500-be1c-c998039dec4e" providerId="ADAL" clId="{117C7585-C8AA-41DE-B570-536170FE32ED}" dt="2026-04-13T09:42:50.670" v="26"/>
          <ac:picMkLst>
            <pc:docMk/>
            <pc:sldMk cId="2161462794" sldId="290"/>
            <ac:picMk id="12" creationId="{AE9C718C-C567-D91B-48DF-BC39DF2BBEE3}"/>
          </ac:picMkLst>
        </pc:picChg>
        <pc:picChg chg="mod topLvl">
          <ac:chgData name="Devika Hareesh" userId="39895284-21ec-4500-be1c-c998039dec4e" providerId="ADAL" clId="{117C7585-C8AA-41DE-B570-536170FE32ED}" dt="2026-04-13T11:06:56.913" v="102" actId="165"/>
          <ac:picMkLst>
            <pc:docMk/>
            <pc:sldMk cId="2161462794" sldId="290"/>
            <ac:picMk id="43" creationId="{19C0ADCC-8CB6-ABEE-CE77-8F25EF9EE8A2}"/>
          </ac:picMkLst>
        </pc:picChg>
        <pc:picChg chg="mod">
          <ac:chgData name="Devika Hareesh" userId="39895284-21ec-4500-be1c-c998039dec4e" providerId="ADAL" clId="{117C7585-C8AA-41DE-B570-536170FE32ED}" dt="2026-04-13T11:09:03.942" v="125" actId="1035"/>
          <ac:picMkLst>
            <pc:docMk/>
            <pc:sldMk cId="2161462794" sldId="290"/>
            <ac:picMk id="71" creationId="{C61D7084-23D9-9A19-8A60-717EA48B376D}"/>
          </ac:picMkLst>
        </pc:picChg>
        <pc:picChg chg="mod">
          <ac:chgData name="Devika Hareesh" userId="39895284-21ec-4500-be1c-c998039dec4e" providerId="ADAL" clId="{117C7585-C8AA-41DE-B570-536170FE32ED}" dt="2026-04-13T11:09:03.942" v="125" actId="1035"/>
          <ac:picMkLst>
            <pc:docMk/>
            <pc:sldMk cId="2161462794" sldId="290"/>
            <ac:picMk id="101" creationId="{61EFB0DA-DCE6-9326-754B-00A2EBFB0F0D}"/>
          </ac:picMkLst>
        </pc:picChg>
      </pc:sldChg>
      <pc:sldChg chg="addSp delSp modSp mod">
        <pc:chgData name="Devika Hareesh" userId="39895284-21ec-4500-be1c-c998039dec4e" providerId="ADAL" clId="{117C7585-C8AA-41DE-B570-536170FE32ED}" dt="2026-04-17T12:03:07.739" v="747" actId="1076"/>
        <pc:sldMkLst>
          <pc:docMk/>
          <pc:sldMk cId="4205990763" sldId="293"/>
        </pc:sldMkLst>
        <pc:spChg chg="add mod">
          <ac:chgData name="Devika Hareesh" userId="39895284-21ec-4500-be1c-c998039dec4e" providerId="ADAL" clId="{117C7585-C8AA-41DE-B570-536170FE32ED}" dt="2026-04-16T10:13:42.368" v="145" actId="164"/>
          <ac:spMkLst>
            <pc:docMk/>
            <pc:sldMk cId="4205990763" sldId="293"/>
            <ac:spMk id="2" creationId="{B3FDE29F-E86B-BC0B-5C3D-EB38C46625AA}"/>
          </ac:spMkLst>
        </pc:spChg>
        <pc:spChg chg="mod topLvl">
          <ac:chgData name="Devika Hareesh" userId="39895284-21ec-4500-be1c-c998039dec4e" providerId="ADAL" clId="{117C7585-C8AA-41DE-B570-536170FE32ED}" dt="2026-04-17T10:45:20.990" v="705" actId="165"/>
          <ac:spMkLst>
            <pc:docMk/>
            <pc:sldMk cId="4205990763" sldId="293"/>
            <ac:spMk id="11" creationId="{B3BFF86F-ABFE-6F78-C6DD-1FE6DCED179F}"/>
          </ac:spMkLst>
        </pc:spChg>
        <pc:spChg chg="mod">
          <ac:chgData name="Devika Hareesh" userId="39895284-21ec-4500-be1c-c998039dec4e" providerId="ADAL" clId="{117C7585-C8AA-41DE-B570-536170FE32ED}" dt="2026-04-17T10:47:32.792" v="720" actId="1076"/>
          <ac:spMkLst>
            <pc:docMk/>
            <pc:sldMk cId="4205990763" sldId="293"/>
            <ac:spMk id="13" creationId="{20CFF727-88BB-D655-C687-E4D6B5B7E53C}"/>
          </ac:spMkLst>
        </pc:spChg>
        <pc:spChg chg="mod">
          <ac:chgData name="Devika Hareesh" userId="39895284-21ec-4500-be1c-c998039dec4e" providerId="ADAL" clId="{117C7585-C8AA-41DE-B570-536170FE32ED}" dt="2026-04-16T10:13:42.368" v="145" actId="164"/>
          <ac:spMkLst>
            <pc:docMk/>
            <pc:sldMk cId="4205990763" sldId="293"/>
            <ac:spMk id="22" creationId="{7242CDED-1495-C530-62B2-EA1567714452}"/>
          </ac:spMkLst>
        </pc:spChg>
        <pc:spChg chg="mod topLvl">
          <ac:chgData name="Devika Hareesh" userId="39895284-21ec-4500-be1c-c998039dec4e" providerId="ADAL" clId="{117C7585-C8AA-41DE-B570-536170FE32ED}" dt="2026-04-16T10:13:42.368" v="145" actId="164"/>
          <ac:spMkLst>
            <pc:docMk/>
            <pc:sldMk cId="4205990763" sldId="293"/>
            <ac:spMk id="24" creationId="{46FD5A19-E539-FB6E-4032-F9E0F5B4708D}"/>
          </ac:spMkLst>
        </pc:spChg>
        <pc:spChg chg="mod">
          <ac:chgData name="Devika Hareesh" userId="39895284-21ec-4500-be1c-c998039dec4e" providerId="ADAL" clId="{117C7585-C8AA-41DE-B570-536170FE32ED}" dt="2026-04-16T10:13:42.368" v="145" actId="164"/>
          <ac:spMkLst>
            <pc:docMk/>
            <pc:sldMk cId="4205990763" sldId="293"/>
            <ac:spMk id="26" creationId="{35E14292-B2D8-709C-E9A3-B0D91FEF3FFB}"/>
          </ac:spMkLst>
        </pc:spChg>
        <pc:spChg chg="mod">
          <ac:chgData name="Devika Hareesh" userId="39895284-21ec-4500-be1c-c998039dec4e" providerId="ADAL" clId="{117C7585-C8AA-41DE-B570-536170FE32ED}" dt="2026-04-16T10:13:13.259" v="144" actId="165"/>
          <ac:spMkLst>
            <pc:docMk/>
            <pc:sldMk cId="4205990763" sldId="293"/>
            <ac:spMk id="34" creationId="{4572C0EB-EE66-6247-D901-48D34273497C}"/>
          </ac:spMkLst>
        </pc:spChg>
        <pc:spChg chg="mod">
          <ac:chgData name="Devika Hareesh" userId="39895284-21ec-4500-be1c-c998039dec4e" providerId="ADAL" clId="{117C7585-C8AA-41DE-B570-536170FE32ED}" dt="2026-04-16T10:13:13.259" v="144" actId="165"/>
          <ac:spMkLst>
            <pc:docMk/>
            <pc:sldMk cId="4205990763" sldId="293"/>
            <ac:spMk id="35" creationId="{2D36724F-BC1C-C4A0-8C5F-97FB82393216}"/>
          </ac:spMkLst>
        </pc:spChg>
        <pc:spChg chg="mod">
          <ac:chgData name="Devika Hareesh" userId="39895284-21ec-4500-be1c-c998039dec4e" providerId="ADAL" clId="{117C7585-C8AA-41DE-B570-536170FE32ED}" dt="2026-04-16T10:13:13.259" v="144" actId="165"/>
          <ac:spMkLst>
            <pc:docMk/>
            <pc:sldMk cId="4205990763" sldId="293"/>
            <ac:spMk id="37" creationId="{43F6750D-D31E-B3CD-5E44-2D53B3FAD839}"/>
          </ac:spMkLst>
        </pc:spChg>
        <pc:spChg chg="mod">
          <ac:chgData name="Devika Hareesh" userId="39895284-21ec-4500-be1c-c998039dec4e" providerId="ADAL" clId="{117C7585-C8AA-41DE-B570-536170FE32ED}" dt="2026-04-16T10:13:13.259" v="144" actId="165"/>
          <ac:spMkLst>
            <pc:docMk/>
            <pc:sldMk cId="4205990763" sldId="293"/>
            <ac:spMk id="41" creationId="{1C449AB1-61EF-A86A-1A0E-BB4ADE033F6C}"/>
          </ac:spMkLst>
        </pc:spChg>
        <pc:spChg chg="mod">
          <ac:chgData name="Devika Hareesh" userId="39895284-21ec-4500-be1c-c998039dec4e" providerId="ADAL" clId="{117C7585-C8AA-41DE-B570-536170FE32ED}" dt="2026-04-16T10:13:13.259" v="144" actId="165"/>
          <ac:spMkLst>
            <pc:docMk/>
            <pc:sldMk cId="4205990763" sldId="293"/>
            <ac:spMk id="43" creationId="{00267202-E208-93E4-767A-82F620CAD8D4}"/>
          </ac:spMkLst>
        </pc:spChg>
        <pc:spChg chg="mod">
          <ac:chgData name="Devika Hareesh" userId="39895284-21ec-4500-be1c-c998039dec4e" providerId="ADAL" clId="{117C7585-C8AA-41DE-B570-536170FE32ED}" dt="2026-04-16T10:13:13.259" v="144" actId="165"/>
          <ac:spMkLst>
            <pc:docMk/>
            <pc:sldMk cId="4205990763" sldId="293"/>
            <ac:spMk id="46" creationId="{6ACAB42E-3858-8F71-2FF8-4EA8B8D80B8D}"/>
          </ac:spMkLst>
        </pc:spChg>
        <pc:spChg chg="mod">
          <ac:chgData name="Devika Hareesh" userId="39895284-21ec-4500-be1c-c998039dec4e" providerId="ADAL" clId="{117C7585-C8AA-41DE-B570-536170FE32ED}" dt="2026-04-16T10:13:13.259" v="144" actId="165"/>
          <ac:spMkLst>
            <pc:docMk/>
            <pc:sldMk cId="4205990763" sldId="293"/>
            <ac:spMk id="49" creationId="{FEABADF8-8DD3-112C-7B90-226EE103A777}"/>
          </ac:spMkLst>
        </pc:spChg>
        <pc:spChg chg="mod topLvl">
          <ac:chgData name="Devika Hareesh" userId="39895284-21ec-4500-be1c-c998039dec4e" providerId="ADAL" clId="{117C7585-C8AA-41DE-B570-536170FE32ED}" dt="2026-04-16T10:13:42.368" v="145" actId="164"/>
          <ac:spMkLst>
            <pc:docMk/>
            <pc:sldMk cId="4205990763" sldId="293"/>
            <ac:spMk id="51" creationId="{87686273-BA59-B862-5669-1AAE07469C77}"/>
          </ac:spMkLst>
        </pc:spChg>
        <pc:spChg chg="mod topLvl">
          <ac:chgData name="Devika Hareesh" userId="39895284-21ec-4500-be1c-c998039dec4e" providerId="ADAL" clId="{117C7585-C8AA-41DE-B570-536170FE32ED}" dt="2026-04-16T10:13:42.368" v="145" actId="164"/>
          <ac:spMkLst>
            <pc:docMk/>
            <pc:sldMk cId="4205990763" sldId="293"/>
            <ac:spMk id="52" creationId="{FC336868-F15C-1963-9B96-C60E9E2F4D2C}"/>
          </ac:spMkLst>
        </pc:spChg>
        <pc:spChg chg="mod">
          <ac:chgData name="Devika Hareesh" userId="39895284-21ec-4500-be1c-c998039dec4e" providerId="ADAL" clId="{117C7585-C8AA-41DE-B570-536170FE32ED}" dt="2026-04-16T10:13:42.368" v="145" actId="164"/>
          <ac:spMkLst>
            <pc:docMk/>
            <pc:sldMk cId="4205990763" sldId="293"/>
            <ac:spMk id="57" creationId="{530C4C5C-EC35-E418-0AD6-2838336DFA90}"/>
          </ac:spMkLst>
        </pc:spChg>
        <pc:spChg chg="mod topLvl">
          <ac:chgData name="Devika Hareesh" userId="39895284-21ec-4500-be1c-c998039dec4e" providerId="ADAL" clId="{117C7585-C8AA-41DE-B570-536170FE32ED}" dt="2026-04-16T10:14:51.985" v="155" actId="164"/>
          <ac:spMkLst>
            <pc:docMk/>
            <pc:sldMk cId="4205990763" sldId="293"/>
            <ac:spMk id="62" creationId="{723E0817-8CB5-E32E-6E71-049AD14C4867}"/>
          </ac:spMkLst>
        </pc:spChg>
        <pc:spChg chg="mod">
          <ac:chgData name="Devika Hareesh" userId="39895284-21ec-4500-be1c-c998039dec4e" providerId="ADAL" clId="{117C7585-C8AA-41DE-B570-536170FE32ED}" dt="2026-04-16T10:14:51.985" v="155" actId="164"/>
          <ac:spMkLst>
            <pc:docMk/>
            <pc:sldMk cId="4205990763" sldId="293"/>
            <ac:spMk id="63" creationId="{72BF7114-1794-7837-A888-1F9A33D26737}"/>
          </ac:spMkLst>
        </pc:spChg>
        <pc:spChg chg="mod topLvl">
          <ac:chgData name="Devika Hareesh" userId="39895284-21ec-4500-be1c-c998039dec4e" providerId="ADAL" clId="{117C7585-C8AA-41DE-B570-536170FE32ED}" dt="2026-04-17T10:45:20.990" v="705" actId="165"/>
          <ac:spMkLst>
            <pc:docMk/>
            <pc:sldMk cId="4205990763" sldId="293"/>
            <ac:spMk id="79" creationId="{85DA83B5-A617-3D09-CFD2-58DD2302B317}"/>
          </ac:spMkLst>
        </pc:spChg>
        <pc:spChg chg="mod">
          <ac:chgData name="Devika Hareesh" userId="39895284-21ec-4500-be1c-c998039dec4e" providerId="ADAL" clId="{117C7585-C8AA-41DE-B570-536170FE32ED}" dt="2026-04-16T10:13:46.439" v="146"/>
          <ac:spMkLst>
            <pc:docMk/>
            <pc:sldMk cId="4205990763" sldId="293"/>
            <ac:spMk id="81" creationId="{49504EAE-52EA-C487-C8E2-8B65277740A0}"/>
          </ac:spMkLst>
        </pc:spChg>
        <pc:spChg chg="mod">
          <ac:chgData name="Devika Hareesh" userId="39895284-21ec-4500-be1c-c998039dec4e" providerId="ADAL" clId="{117C7585-C8AA-41DE-B570-536170FE32ED}" dt="2026-04-17T10:45:20.990" v="705" actId="165"/>
          <ac:spMkLst>
            <pc:docMk/>
            <pc:sldMk cId="4205990763" sldId="293"/>
            <ac:spMk id="82" creationId="{CA34D719-725E-AE2F-BBAD-ED9DE4BBEF5E}"/>
          </ac:spMkLst>
        </pc:spChg>
        <pc:spChg chg="mod">
          <ac:chgData name="Devika Hareesh" userId="39895284-21ec-4500-be1c-c998039dec4e" providerId="ADAL" clId="{117C7585-C8AA-41DE-B570-536170FE32ED}" dt="2026-04-17T10:45:20.990" v="705" actId="165"/>
          <ac:spMkLst>
            <pc:docMk/>
            <pc:sldMk cId="4205990763" sldId="293"/>
            <ac:spMk id="87" creationId="{15D191A5-0D2B-7D30-B6B2-C99C572E4BAC}"/>
          </ac:spMkLst>
        </pc:spChg>
        <pc:spChg chg="mod">
          <ac:chgData name="Devika Hareesh" userId="39895284-21ec-4500-be1c-c998039dec4e" providerId="ADAL" clId="{117C7585-C8AA-41DE-B570-536170FE32ED}" dt="2026-04-17T10:45:20.990" v="705" actId="165"/>
          <ac:spMkLst>
            <pc:docMk/>
            <pc:sldMk cId="4205990763" sldId="293"/>
            <ac:spMk id="89" creationId="{C16AFB5D-93BF-B240-67DF-E112E469B4C0}"/>
          </ac:spMkLst>
        </pc:spChg>
        <pc:spChg chg="mod">
          <ac:chgData name="Devika Hareesh" userId="39895284-21ec-4500-be1c-c998039dec4e" providerId="ADAL" clId="{117C7585-C8AA-41DE-B570-536170FE32ED}" dt="2026-04-17T10:45:20.990" v="705" actId="165"/>
          <ac:spMkLst>
            <pc:docMk/>
            <pc:sldMk cId="4205990763" sldId="293"/>
            <ac:spMk id="90" creationId="{92198AB1-1FFA-6E96-F4FF-EE1622001CA5}"/>
          </ac:spMkLst>
        </pc:spChg>
        <pc:spChg chg="mod">
          <ac:chgData name="Devika Hareesh" userId="39895284-21ec-4500-be1c-c998039dec4e" providerId="ADAL" clId="{117C7585-C8AA-41DE-B570-536170FE32ED}" dt="2026-04-17T10:45:20.990" v="705" actId="165"/>
          <ac:spMkLst>
            <pc:docMk/>
            <pc:sldMk cId="4205990763" sldId="293"/>
            <ac:spMk id="92" creationId="{E1AB8998-76C3-C908-0F76-8FBDD7075982}"/>
          </ac:spMkLst>
        </pc:spChg>
        <pc:spChg chg="mod">
          <ac:chgData name="Devika Hareesh" userId="39895284-21ec-4500-be1c-c998039dec4e" providerId="ADAL" clId="{117C7585-C8AA-41DE-B570-536170FE32ED}" dt="2026-04-17T10:45:20.990" v="705" actId="165"/>
          <ac:spMkLst>
            <pc:docMk/>
            <pc:sldMk cId="4205990763" sldId="293"/>
            <ac:spMk id="93" creationId="{AC022265-9CBC-9F91-3A9B-A341BDF6EF27}"/>
          </ac:spMkLst>
        </pc:spChg>
        <pc:spChg chg="mod">
          <ac:chgData name="Devika Hareesh" userId="39895284-21ec-4500-be1c-c998039dec4e" providerId="ADAL" clId="{117C7585-C8AA-41DE-B570-536170FE32ED}" dt="2026-04-17T10:45:20.990" v="705" actId="165"/>
          <ac:spMkLst>
            <pc:docMk/>
            <pc:sldMk cId="4205990763" sldId="293"/>
            <ac:spMk id="94" creationId="{24A40D0B-1204-44C1-D9A9-4B7AFFD8E142}"/>
          </ac:spMkLst>
        </pc:spChg>
        <pc:spChg chg="mod">
          <ac:chgData name="Devika Hareesh" userId="39895284-21ec-4500-be1c-c998039dec4e" providerId="ADAL" clId="{117C7585-C8AA-41DE-B570-536170FE32ED}" dt="2026-04-17T10:45:20.990" v="705" actId="165"/>
          <ac:spMkLst>
            <pc:docMk/>
            <pc:sldMk cId="4205990763" sldId="293"/>
            <ac:spMk id="95" creationId="{54606278-3A13-B019-5F18-DBB695FF77D6}"/>
          </ac:spMkLst>
        </pc:spChg>
        <pc:spChg chg="add mod">
          <ac:chgData name="Devika Hareesh" userId="39895284-21ec-4500-be1c-c998039dec4e" providerId="ADAL" clId="{117C7585-C8AA-41DE-B570-536170FE32ED}" dt="2026-04-17T10:48:16.099" v="725" actId="1076"/>
          <ac:spMkLst>
            <pc:docMk/>
            <pc:sldMk cId="4205990763" sldId="293"/>
            <ac:spMk id="100" creationId="{F0DAF600-C7D6-330B-338E-A3EDDD7E3FB5}"/>
          </ac:spMkLst>
        </pc:spChg>
        <pc:spChg chg="mod">
          <ac:chgData name="Devika Hareesh" userId="39895284-21ec-4500-be1c-c998039dec4e" providerId="ADAL" clId="{117C7585-C8AA-41DE-B570-536170FE32ED}" dt="2026-04-17T10:47:55.009" v="722"/>
          <ac:spMkLst>
            <pc:docMk/>
            <pc:sldMk cId="4205990763" sldId="293"/>
            <ac:spMk id="102" creationId="{589CDE0C-FEAB-6212-9C2D-444520B6D5DD}"/>
          </ac:spMkLst>
        </pc:spChg>
        <pc:spChg chg="mod">
          <ac:chgData name="Devika Hareesh" userId="39895284-21ec-4500-be1c-c998039dec4e" providerId="ADAL" clId="{117C7585-C8AA-41DE-B570-536170FE32ED}" dt="2026-04-17T10:47:55.009" v="722"/>
          <ac:spMkLst>
            <pc:docMk/>
            <pc:sldMk cId="4205990763" sldId="293"/>
            <ac:spMk id="103" creationId="{A7442931-838E-8BDD-9182-73772A048588}"/>
          </ac:spMkLst>
        </pc:spChg>
        <pc:spChg chg="mod">
          <ac:chgData name="Devika Hareesh" userId="39895284-21ec-4500-be1c-c998039dec4e" providerId="ADAL" clId="{117C7585-C8AA-41DE-B570-536170FE32ED}" dt="2026-04-17T10:47:55.009" v="722"/>
          <ac:spMkLst>
            <pc:docMk/>
            <pc:sldMk cId="4205990763" sldId="293"/>
            <ac:spMk id="106" creationId="{0FCA6C0B-052B-ADEF-C55F-A1D69DE68811}"/>
          </ac:spMkLst>
        </pc:spChg>
        <pc:spChg chg="mod">
          <ac:chgData name="Devika Hareesh" userId="39895284-21ec-4500-be1c-c998039dec4e" providerId="ADAL" clId="{117C7585-C8AA-41DE-B570-536170FE32ED}" dt="2026-04-17T10:47:55.009" v="722"/>
          <ac:spMkLst>
            <pc:docMk/>
            <pc:sldMk cId="4205990763" sldId="293"/>
            <ac:spMk id="108" creationId="{818280F6-D849-ACDD-B1B7-706131636850}"/>
          </ac:spMkLst>
        </pc:spChg>
        <pc:spChg chg="mod">
          <ac:chgData name="Devika Hareesh" userId="39895284-21ec-4500-be1c-c998039dec4e" providerId="ADAL" clId="{117C7585-C8AA-41DE-B570-536170FE32ED}" dt="2026-04-17T10:47:55.009" v="722"/>
          <ac:spMkLst>
            <pc:docMk/>
            <pc:sldMk cId="4205990763" sldId="293"/>
            <ac:spMk id="109" creationId="{F9E54D64-D882-9E2E-AEFA-22BAC905E01E}"/>
          </ac:spMkLst>
        </pc:spChg>
        <pc:spChg chg="mod">
          <ac:chgData name="Devika Hareesh" userId="39895284-21ec-4500-be1c-c998039dec4e" providerId="ADAL" clId="{117C7585-C8AA-41DE-B570-536170FE32ED}" dt="2026-04-17T10:47:55.009" v="722"/>
          <ac:spMkLst>
            <pc:docMk/>
            <pc:sldMk cId="4205990763" sldId="293"/>
            <ac:spMk id="112" creationId="{1BF0FEF4-1D32-8088-5B31-DC698380DE08}"/>
          </ac:spMkLst>
        </pc:spChg>
        <pc:spChg chg="mod">
          <ac:chgData name="Devika Hareesh" userId="39895284-21ec-4500-be1c-c998039dec4e" providerId="ADAL" clId="{117C7585-C8AA-41DE-B570-536170FE32ED}" dt="2026-04-17T10:47:55.009" v="722"/>
          <ac:spMkLst>
            <pc:docMk/>
            <pc:sldMk cId="4205990763" sldId="293"/>
            <ac:spMk id="114" creationId="{6643D29C-5CEA-12D5-53F3-2E72FDF4A1A0}"/>
          </ac:spMkLst>
        </pc:spChg>
        <pc:spChg chg="mod">
          <ac:chgData name="Devika Hareesh" userId="39895284-21ec-4500-be1c-c998039dec4e" providerId="ADAL" clId="{117C7585-C8AA-41DE-B570-536170FE32ED}" dt="2026-04-17T10:47:55.009" v="722"/>
          <ac:spMkLst>
            <pc:docMk/>
            <pc:sldMk cId="4205990763" sldId="293"/>
            <ac:spMk id="117" creationId="{6CAB2ECA-4688-D039-A359-1F2C3DA0A87C}"/>
          </ac:spMkLst>
        </pc:spChg>
        <pc:spChg chg="mod">
          <ac:chgData name="Devika Hareesh" userId="39895284-21ec-4500-be1c-c998039dec4e" providerId="ADAL" clId="{117C7585-C8AA-41DE-B570-536170FE32ED}" dt="2026-04-17T10:47:55.009" v="722"/>
          <ac:spMkLst>
            <pc:docMk/>
            <pc:sldMk cId="4205990763" sldId="293"/>
            <ac:spMk id="118" creationId="{BB74B280-C365-6EC6-1909-D09B6C6863EF}"/>
          </ac:spMkLst>
        </pc:spChg>
        <pc:grpChg chg="del mod">
          <ac:chgData name="Devika Hareesh" userId="39895284-21ec-4500-be1c-c998039dec4e" providerId="ADAL" clId="{117C7585-C8AA-41DE-B570-536170FE32ED}" dt="2026-04-16T10:15:12.842" v="161" actId="478"/>
          <ac:grpSpMkLst>
            <pc:docMk/>
            <pc:sldMk cId="4205990763" sldId="293"/>
            <ac:grpSpMk id="4" creationId="{72079F1F-B5A6-C7B2-3770-C983724265AA}"/>
          </ac:grpSpMkLst>
        </pc:grpChg>
        <pc:grpChg chg="mod">
          <ac:chgData name="Devika Hareesh" userId="39895284-21ec-4500-be1c-c998039dec4e" providerId="ADAL" clId="{117C7585-C8AA-41DE-B570-536170FE32ED}" dt="2026-04-17T10:45:15.807" v="704" actId="1076"/>
          <ac:grpSpMkLst>
            <pc:docMk/>
            <pc:sldMk cId="4205990763" sldId="293"/>
            <ac:grpSpMk id="5" creationId="{DF8155F4-364C-7833-C483-E44A222284B7}"/>
          </ac:grpSpMkLst>
        </pc:grpChg>
        <pc:grpChg chg="mod">
          <ac:chgData name="Devika Hareesh" userId="39895284-21ec-4500-be1c-c998039dec4e" providerId="ADAL" clId="{117C7585-C8AA-41DE-B570-536170FE32ED}" dt="2026-04-17T10:46:23.517" v="710" actId="1076"/>
          <ac:grpSpMkLst>
            <pc:docMk/>
            <pc:sldMk cId="4205990763" sldId="293"/>
            <ac:grpSpMk id="16" creationId="{007F0D2E-10B5-FA0A-BCFE-409111BC7C4B}"/>
          </ac:grpSpMkLst>
        </pc:grpChg>
        <pc:grpChg chg="mod">
          <ac:chgData name="Devika Hareesh" userId="39895284-21ec-4500-be1c-c998039dec4e" providerId="ADAL" clId="{117C7585-C8AA-41DE-B570-536170FE32ED}" dt="2026-04-17T10:46:23.517" v="710" actId="1076"/>
          <ac:grpSpMkLst>
            <pc:docMk/>
            <pc:sldMk cId="4205990763" sldId="293"/>
            <ac:grpSpMk id="17" creationId="{B5FC4BA2-BCD2-63A3-1494-08FA125CFD61}"/>
          </ac:grpSpMkLst>
        </pc:grpChg>
        <pc:grpChg chg="mod">
          <ac:chgData name="Devika Hareesh" userId="39895284-21ec-4500-be1c-c998039dec4e" providerId="ADAL" clId="{117C7585-C8AA-41DE-B570-536170FE32ED}" dt="2026-04-17T10:46:23.517" v="710" actId="1076"/>
          <ac:grpSpMkLst>
            <pc:docMk/>
            <pc:sldMk cId="4205990763" sldId="293"/>
            <ac:grpSpMk id="21" creationId="{86B39C88-08CC-B7A7-AA3E-A68EA3165314}"/>
          </ac:grpSpMkLst>
        </pc:grpChg>
        <pc:grpChg chg="del mod">
          <ac:chgData name="Devika Hareesh" userId="39895284-21ec-4500-be1c-c998039dec4e" providerId="ADAL" clId="{117C7585-C8AA-41DE-B570-536170FE32ED}" dt="2026-04-16T10:14:35.161" v="154" actId="165"/>
          <ac:grpSpMkLst>
            <pc:docMk/>
            <pc:sldMk cId="4205990763" sldId="293"/>
            <ac:grpSpMk id="59" creationId="{A60FF7E1-4CC9-DAE4-FAA4-A8A80D949396}"/>
          </ac:grpSpMkLst>
        </pc:grpChg>
        <pc:grpChg chg="mod">
          <ac:chgData name="Devika Hareesh" userId="39895284-21ec-4500-be1c-c998039dec4e" providerId="ADAL" clId="{117C7585-C8AA-41DE-B570-536170FE32ED}" dt="2026-04-17T10:46:23.517" v="710" actId="1076"/>
          <ac:grpSpMkLst>
            <pc:docMk/>
            <pc:sldMk cId="4205990763" sldId="293"/>
            <ac:grpSpMk id="67" creationId="{9CCD8B7A-202F-12B8-1E4C-EB6AA6D73236}"/>
          </ac:grpSpMkLst>
        </pc:grpChg>
        <pc:grpChg chg="mod">
          <ac:chgData name="Devika Hareesh" userId="39895284-21ec-4500-be1c-c998039dec4e" providerId="ADAL" clId="{117C7585-C8AA-41DE-B570-536170FE32ED}" dt="2026-04-17T10:47:45.535" v="721" actId="1076"/>
          <ac:grpSpMkLst>
            <pc:docMk/>
            <pc:sldMk cId="4205990763" sldId="293"/>
            <ac:grpSpMk id="68" creationId="{9EC1A433-A09F-9F09-D2F4-E9862485CB66}"/>
          </ac:grpSpMkLst>
        </pc:grpChg>
        <pc:grpChg chg="mod">
          <ac:chgData name="Devika Hareesh" userId="39895284-21ec-4500-be1c-c998039dec4e" providerId="ADAL" clId="{117C7585-C8AA-41DE-B570-536170FE32ED}" dt="2026-04-17T10:47:45.535" v="721" actId="1076"/>
          <ac:grpSpMkLst>
            <pc:docMk/>
            <pc:sldMk cId="4205990763" sldId="293"/>
            <ac:grpSpMk id="69" creationId="{2C1A73B3-21B6-B28A-47EC-D6749A9A1DFB}"/>
          </ac:grpSpMkLst>
        </pc:grpChg>
        <pc:grpChg chg="mod">
          <ac:chgData name="Devika Hareesh" userId="39895284-21ec-4500-be1c-c998039dec4e" providerId="ADAL" clId="{117C7585-C8AA-41DE-B570-536170FE32ED}" dt="2026-04-17T10:47:45.535" v="721" actId="1076"/>
          <ac:grpSpMkLst>
            <pc:docMk/>
            <pc:sldMk cId="4205990763" sldId="293"/>
            <ac:grpSpMk id="70" creationId="{6A69B18C-150C-39D0-82F5-24F0F5222289}"/>
          </ac:grpSpMkLst>
        </pc:grpChg>
        <pc:grpChg chg="mod">
          <ac:chgData name="Devika Hareesh" userId="39895284-21ec-4500-be1c-c998039dec4e" providerId="ADAL" clId="{117C7585-C8AA-41DE-B570-536170FE32ED}" dt="2026-04-17T10:47:45.535" v="721" actId="1076"/>
          <ac:grpSpMkLst>
            <pc:docMk/>
            <pc:sldMk cId="4205990763" sldId="293"/>
            <ac:grpSpMk id="71" creationId="{AF37B8CD-4115-A8D9-E0DD-8A1F2F972907}"/>
          </ac:grpSpMkLst>
        </pc:grpChg>
        <pc:grpChg chg="add mod">
          <ac:chgData name="Devika Hareesh" userId="39895284-21ec-4500-be1c-c998039dec4e" providerId="ADAL" clId="{117C7585-C8AA-41DE-B570-536170FE32ED}" dt="2026-04-16T10:15:16.772" v="162" actId="1076"/>
          <ac:grpSpMkLst>
            <pc:docMk/>
            <pc:sldMk cId="4205990763" sldId="293"/>
            <ac:grpSpMk id="99" creationId="{A9C47629-D241-786D-2E12-5672EF827C14}"/>
          </ac:grpSpMkLst>
        </pc:grpChg>
        <pc:grpChg chg="mod">
          <ac:chgData name="Devika Hareesh" userId="39895284-21ec-4500-be1c-c998039dec4e" providerId="ADAL" clId="{117C7585-C8AA-41DE-B570-536170FE32ED}" dt="2026-04-17T10:48:16.099" v="725" actId="1076"/>
          <ac:grpSpMkLst>
            <pc:docMk/>
            <pc:sldMk cId="4205990763" sldId="293"/>
            <ac:grpSpMk id="101" creationId="{3F73230A-E31F-5F2B-555B-EF5971FD701F}"/>
          </ac:grpSpMkLst>
        </pc:grpChg>
        <pc:grpChg chg="mod">
          <ac:chgData name="Devika Hareesh" userId="39895284-21ec-4500-be1c-c998039dec4e" providerId="ADAL" clId="{117C7585-C8AA-41DE-B570-536170FE32ED}" dt="2026-04-17T10:48:16.099" v="725" actId="1076"/>
          <ac:grpSpMkLst>
            <pc:docMk/>
            <pc:sldMk cId="4205990763" sldId="293"/>
            <ac:grpSpMk id="104" creationId="{26899894-CD0F-CA06-A260-E2A0BD533737}"/>
          </ac:grpSpMkLst>
        </pc:grpChg>
        <pc:grpChg chg="mod">
          <ac:chgData name="Devika Hareesh" userId="39895284-21ec-4500-be1c-c998039dec4e" providerId="ADAL" clId="{117C7585-C8AA-41DE-B570-536170FE32ED}" dt="2026-04-17T10:48:16.099" v="725" actId="1076"/>
          <ac:grpSpMkLst>
            <pc:docMk/>
            <pc:sldMk cId="4205990763" sldId="293"/>
            <ac:grpSpMk id="107" creationId="{3601003F-9750-FBB7-A4C7-AF2D0614AD9B}"/>
          </ac:grpSpMkLst>
        </pc:grpChg>
        <pc:grpChg chg="mod">
          <ac:chgData name="Devika Hareesh" userId="39895284-21ec-4500-be1c-c998039dec4e" providerId="ADAL" clId="{117C7585-C8AA-41DE-B570-536170FE32ED}" dt="2026-04-17T10:48:16.099" v="725" actId="1076"/>
          <ac:grpSpMkLst>
            <pc:docMk/>
            <pc:sldMk cId="4205990763" sldId="293"/>
            <ac:grpSpMk id="110" creationId="{E4B679BF-39A0-332B-54AD-5AFDD74CC3FC}"/>
          </ac:grpSpMkLst>
        </pc:grpChg>
        <pc:grpChg chg="mod">
          <ac:chgData name="Devika Hareesh" userId="39895284-21ec-4500-be1c-c998039dec4e" providerId="ADAL" clId="{117C7585-C8AA-41DE-B570-536170FE32ED}" dt="2026-04-17T10:48:16.099" v="725" actId="1076"/>
          <ac:grpSpMkLst>
            <pc:docMk/>
            <pc:sldMk cId="4205990763" sldId="293"/>
            <ac:grpSpMk id="113" creationId="{09B6F22E-3A42-8966-4269-0F0874E6BEFE}"/>
          </ac:grpSpMkLst>
        </pc:grpChg>
        <pc:grpChg chg="mod">
          <ac:chgData name="Devika Hareesh" userId="39895284-21ec-4500-be1c-c998039dec4e" providerId="ADAL" clId="{117C7585-C8AA-41DE-B570-536170FE32ED}" dt="2026-04-17T10:48:16.099" v="725" actId="1076"/>
          <ac:grpSpMkLst>
            <pc:docMk/>
            <pc:sldMk cId="4205990763" sldId="293"/>
            <ac:grpSpMk id="116" creationId="{C472E366-8463-25CC-2A46-4411B116B5E4}"/>
          </ac:grpSpMkLst>
        </pc:grpChg>
        <pc:grpChg chg="mod">
          <ac:chgData name="Devika Hareesh" userId="39895284-21ec-4500-be1c-c998039dec4e" providerId="ADAL" clId="{117C7585-C8AA-41DE-B570-536170FE32ED}" dt="2026-04-17T10:48:16.099" v="725" actId="1076"/>
          <ac:grpSpMkLst>
            <pc:docMk/>
            <pc:sldMk cId="4205990763" sldId="293"/>
            <ac:grpSpMk id="119" creationId="{4F2011AD-C021-CDCC-E410-5501387D64F5}"/>
          </ac:grpSpMkLst>
        </pc:grpChg>
        <pc:grpChg chg="mod">
          <ac:chgData name="Devika Hareesh" userId="39895284-21ec-4500-be1c-c998039dec4e" providerId="ADAL" clId="{117C7585-C8AA-41DE-B570-536170FE32ED}" dt="2026-04-17T10:48:16.099" v="725" actId="1076"/>
          <ac:grpSpMkLst>
            <pc:docMk/>
            <pc:sldMk cId="4205990763" sldId="293"/>
            <ac:grpSpMk id="122" creationId="{1F54E5E7-2DE2-B8EC-C539-7428E4806923}"/>
          </ac:grpSpMkLst>
        </pc:grpChg>
        <pc:picChg chg="add mod">
          <ac:chgData name="Devika Hareesh" userId="39895284-21ec-4500-be1c-c998039dec4e" providerId="ADAL" clId="{117C7585-C8AA-41DE-B570-536170FE32ED}" dt="2026-04-16T10:13:01.001" v="143"/>
          <ac:picMkLst>
            <pc:docMk/>
            <pc:sldMk cId="4205990763" sldId="293"/>
            <ac:picMk id="3" creationId="{047D5169-0BEC-139A-1802-C6D1F1685EB1}"/>
          </ac:picMkLst>
        </pc:picChg>
        <pc:picChg chg="mod">
          <ac:chgData name="Devika Hareesh" userId="39895284-21ec-4500-be1c-c998039dec4e" providerId="ADAL" clId="{117C7585-C8AA-41DE-B570-536170FE32ED}" dt="2026-04-17T10:48:39.807" v="730" actId="1076"/>
          <ac:picMkLst>
            <pc:docMk/>
            <pc:sldMk cId="4205990763" sldId="293"/>
            <ac:picMk id="12" creationId="{4573B2B5-0A59-DC91-6BC8-70C815BFBF28}"/>
          </ac:picMkLst>
        </pc:picChg>
        <pc:picChg chg="del">
          <ac:chgData name="Devika Hareesh" userId="39895284-21ec-4500-be1c-c998039dec4e" providerId="ADAL" clId="{117C7585-C8AA-41DE-B570-536170FE32ED}" dt="2026-04-16T10:15:11.036" v="160" actId="478"/>
          <ac:picMkLst>
            <pc:docMk/>
            <pc:sldMk cId="4205990763" sldId="293"/>
            <ac:picMk id="15" creationId="{2747FBEB-5402-4C45-8C28-128608B358C9}"/>
          </ac:picMkLst>
        </pc:picChg>
        <pc:picChg chg="mod">
          <ac:chgData name="Devika Hareesh" userId="39895284-21ec-4500-be1c-c998039dec4e" providerId="ADAL" clId="{117C7585-C8AA-41DE-B570-536170FE32ED}" dt="2026-04-16T10:13:42.368" v="145" actId="164"/>
          <ac:picMkLst>
            <pc:docMk/>
            <pc:sldMk cId="4205990763" sldId="293"/>
            <ac:picMk id="19" creationId="{B72FC80D-31BA-AF8F-9BED-A60FCC7B3994}"/>
          </ac:picMkLst>
        </pc:picChg>
        <pc:picChg chg="mod">
          <ac:chgData name="Devika Hareesh" userId="39895284-21ec-4500-be1c-c998039dec4e" providerId="ADAL" clId="{117C7585-C8AA-41DE-B570-536170FE32ED}" dt="2026-04-16T10:13:42.368" v="145" actId="164"/>
          <ac:picMkLst>
            <pc:docMk/>
            <pc:sldMk cId="4205990763" sldId="293"/>
            <ac:picMk id="20" creationId="{D5832D63-DFB0-BEBC-3710-A958A8EC0773}"/>
          </ac:picMkLst>
        </pc:picChg>
        <pc:picChg chg="mod">
          <ac:chgData name="Devika Hareesh" userId="39895284-21ec-4500-be1c-c998039dec4e" providerId="ADAL" clId="{117C7585-C8AA-41DE-B570-536170FE32ED}" dt="2026-04-16T10:13:42.368" v="145" actId="164"/>
          <ac:picMkLst>
            <pc:docMk/>
            <pc:sldMk cId="4205990763" sldId="293"/>
            <ac:picMk id="56" creationId="{CF7DFC28-BB99-6A48-0E3E-742FAEB2D9F0}"/>
          </ac:picMkLst>
        </pc:picChg>
        <pc:picChg chg="mod topLvl">
          <ac:chgData name="Devika Hareesh" userId="39895284-21ec-4500-be1c-c998039dec4e" providerId="ADAL" clId="{117C7585-C8AA-41DE-B570-536170FE32ED}" dt="2026-04-16T10:14:51.985" v="155" actId="164"/>
          <ac:picMkLst>
            <pc:docMk/>
            <pc:sldMk cId="4205990763" sldId="293"/>
            <ac:picMk id="60" creationId="{580DE77C-C9F1-4644-3B52-E520D9CA24D7}"/>
          </ac:picMkLst>
        </pc:picChg>
        <pc:picChg chg="mod topLvl">
          <ac:chgData name="Devika Hareesh" userId="39895284-21ec-4500-be1c-c998039dec4e" providerId="ADAL" clId="{117C7585-C8AA-41DE-B570-536170FE32ED}" dt="2026-04-16T10:14:51.985" v="155" actId="164"/>
          <ac:picMkLst>
            <pc:docMk/>
            <pc:sldMk cId="4205990763" sldId="293"/>
            <ac:picMk id="61" creationId="{30422880-41D8-75E4-8C5F-1512696CB67A}"/>
          </ac:picMkLst>
        </pc:picChg>
        <pc:picChg chg="mod">
          <ac:chgData name="Devika Hareesh" userId="39895284-21ec-4500-be1c-c998039dec4e" providerId="ADAL" clId="{117C7585-C8AA-41DE-B570-536170FE32ED}" dt="2026-04-16T10:14:51.985" v="155" actId="164"/>
          <ac:picMkLst>
            <pc:docMk/>
            <pc:sldMk cId="4205990763" sldId="293"/>
            <ac:picMk id="66" creationId="{A6FE8D02-E567-CD95-EB3E-D66A59604751}"/>
          </ac:picMkLst>
        </pc:picChg>
        <pc:picChg chg="del">
          <ac:chgData name="Devika Hareesh" userId="39895284-21ec-4500-be1c-c998039dec4e" providerId="ADAL" clId="{117C7585-C8AA-41DE-B570-536170FE32ED}" dt="2026-04-17T10:42:17.743" v="701" actId="478"/>
          <ac:picMkLst>
            <pc:docMk/>
            <pc:sldMk cId="4205990763" sldId="293"/>
            <ac:picMk id="74" creationId="{B5B8E585-81F5-AA6E-7500-6D9A96B839B2}"/>
          </ac:picMkLst>
        </pc:picChg>
        <pc:picChg chg="del">
          <ac:chgData name="Devika Hareesh" userId="39895284-21ec-4500-be1c-c998039dec4e" providerId="ADAL" clId="{117C7585-C8AA-41DE-B570-536170FE32ED}" dt="2026-04-17T12:02:59.997" v="745" actId="478"/>
          <ac:picMkLst>
            <pc:docMk/>
            <pc:sldMk cId="4205990763" sldId="293"/>
            <ac:picMk id="75" creationId="{54D72320-DC4C-A429-BF43-D0069737E2D7}"/>
          </ac:picMkLst>
        </pc:picChg>
        <pc:picChg chg="add mod ord">
          <ac:chgData name="Devika Hareesh" userId="39895284-21ec-4500-be1c-c998039dec4e" providerId="ADAL" clId="{117C7585-C8AA-41DE-B570-536170FE32ED}" dt="2026-04-17T10:48:31.892" v="729" actId="1076"/>
          <ac:picMkLst>
            <pc:docMk/>
            <pc:sldMk cId="4205990763" sldId="293"/>
            <ac:picMk id="125" creationId="{8A48453F-E6FE-44F8-487C-720A30D843A7}"/>
          </ac:picMkLst>
        </pc:picChg>
        <pc:picChg chg="add mod">
          <ac:chgData name="Devika Hareesh" userId="39895284-21ec-4500-be1c-c998039dec4e" providerId="ADAL" clId="{117C7585-C8AA-41DE-B570-536170FE32ED}" dt="2026-04-17T12:03:07.739" v="747" actId="1076"/>
          <ac:picMkLst>
            <pc:docMk/>
            <pc:sldMk cId="4205990763" sldId="293"/>
            <ac:picMk id="127" creationId="{D7D0E12B-55B7-302F-D55A-B78D20A6C08D}"/>
          </ac:picMkLst>
        </pc:picChg>
        <pc:cxnChg chg="mod">
          <ac:chgData name="Devika Hareesh" userId="39895284-21ec-4500-be1c-c998039dec4e" providerId="ADAL" clId="{117C7585-C8AA-41DE-B570-536170FE32ED}" dt="2026-04-16T10:14:51.985" v="155" actId="164"/>
          <ac:cxnSpMkLst>
            <pc:docMk/>
            <pc:sldMk cId="4205990763" sldId="293"/>
            <ac:cxnSpMk id="64" creationId="{3B6E1D64-BEA7-43DA-B468-E6689416B4A0}"/>
          </ac:cxnSpMkLst>
        </pc:cxnChg>
        <pc:cxnChg chg="mod">
          <ac:chgData name="Devika Hareesh" userId="39895284-21ec-4500-be1c-c998039dec4e" providerId="ADAL" clId="{117C7585-C8AA-41DE-B570-536170FE32ED}" dt="2026-04-16T10:14:51.985" v="155" actId="164"/>
          <ac:cxnSpMkLst>
            <pc:docMk/>
            <pc:sldMk cId="4205990763" sldId="293"/>
            <ac:cxnSpMk id="65" creationId="{A0AD3B3D-4F86-31C8-14CA-3FB2EC10A054}"/>
          </ac:cxnSpMkLst>
        </pc:cxnChg>
      </pc:sldChg>
      <pc:sldChg chg="addSp delSp modSp add mod">
        <pc:chgData name="Devika Hareesh" userId="39895284-21ec-4500-be1c-c998039dec4e" providerId="ADAL" clId="{117C7585-C8AA-41DE-B570-536170FE32ED}" dt="2026-04-17T10:24:16.941" v="604" actId="1076"/>
        <pc:sldMkLst>
          <pc:docMk/>
          <pc:sldMk cId="3418136878" sldId="297"/>
        </pc:sldMkLst>
        <pc:spChg chg="mod">
          <ac:chgData name="Devika Hareesh" userId="39895284-21ec-4500-be1c-c998039dec4e" providerId="ADAL" clId="{117C7585-C8AA-41DE-B570-536170FE32ED}" dt="2026-04-17T10:24:16.941" v="604" actId="1076"/>
          <ac:spMkLst>
            <pc:docMk/>
            <pc:sldMk cId="3418136878" sldId="297"/>
            <ac:spMk id="4" creationId="{C6A1A552-ADBD-95B3-FB96-8487F7235FDE}"/>
          </ac:spMkLst>
        </pc:spChg>
        <pc:spChg chg="mod">
          <ac:chgData name="Devika Hareesh" userId="39895284-21ec-4500-be1c-c998039dec4e" providerId="ADAL" clId="{117C7585-C8AA-41DE-B570-536170FE32ED}" dt="2026-04-16T11:09:36.393" v="278" actId="1076"/>
          <ac:spMkLst>
            <pc:docMk/>
            <pc:sldMk cId="3418136878" sldId="297"/>
            <ac:spMk id="7" creationId="{7F783622-D330-5A23-7001-48431299E047}"/>
          </ac:spMkLst>
        </pc:spChg>
        <pc:spChg chg="mod">
          <ac:chgData name="Devika Hareesh" userId="39895284-21ec-4500-be1c-c998039dec4e" providerId="ADAL" clId="{117C7585-C8AA-41DE-B570-536170FE32ED}" dt="2026-04-16T11:09:43.415" v="279" actId="1076"/>
          <ac:spMkLst>
            <pc:docMk/>
            <pc:sldMk cId="3418136878" sldId="297"/>
            <ac:spMk id="8" creationId="{1E5F6293-A813-6E32-B8BF-A14FA7D7146E}"/>
          </ac:spMkLst>
        </pc:spChg>
        <pc:spChg chg="add mod">
          <ac:chgData name="Devika Hareesh" userId="39895284-21ec-4500-be1c-c998039dec4e" providerId="ADAL" clId="{117C7585-C8AA-41DE-B570-536170FE32ED}" dt="2026-04-16T11:08:07.306" v="260" actId="1076"/>
          <ac:spMkLst>
            <pc:docMk/>
            <pc:sldMk cId="3418136878" sldId="297"/>
            <ac:spMk id="12" creationId="{01DD442B-28DB-6834-E64A-6A3DFC77CF04}"/>
          </ac:spMkLst>
        </pc:spChg>
        <pc:spChg chg="mod">
          <ac:chgData name="Devika Hareesh" userId="39895284-21ec-4500-be1c-c998039dec4e" providerId="ADAL" clId="{117C7585-C8AA-41DE-B570-536170FE32ED}" dt="2026-04-16T11:06:50.127" v="251" actId="20577"/>
          <ac:spMkLst>
            <pc:docMk/>
            <pc:sldMk cId="3418136878" sldId="297"/>
            <ac:spMk id="22" creationId="{10F4A612-5F75-EC19-2BDD-D3414C072583}"/>
          </ac:spMkLst>
        </pc:spChg>
        <pc:spChg chg="add mod">
          <ac:chgData name="Devika Hareesh" userId="39895284-21ec-4500-be1c-c998039dec4e" providerId="ADAL" clId="{117C7585-C8AA-41DE-B570-536170FE32ED}" dt="2026-04-16T11:08:10.745" v="261"/>
          <ac:spMkLst>
            <pc:docMk/>
            <pc:sldMk cId="3418136878" sldId="297"/>
            <ac:spMk id="24" creationId="{33DBE407-13C5-DAF5-4E34-B46D2D342B61}"/>
          </ac:spMkLst>
        </pc:spChg>
        <pc:spChg chg="add mod">
          <ac:chgData name="Devika Hareesh" userId="39895284-21ec-4500-be1c-c998039dec4e" providerId="ADAL" clId="{117C7585-C8AA-41DE-B570-536170FE32ED}" dt="2026-04-16T11:08:22.815" v="264"/>
          <ac:spMkLst>
            <pc:docMk/>
            <pc:sldMk cId="3418136878" sldId="297"/>
            <ac:spMk id="27" creationId="{6EFE86EA-7053-D333-B6E2-409FDD965C42}"/>
          </ac:spMkLst>
        </pc:spChg>
        <pc:spChg chg="mod topLvl">
          <ac:chgData name="Devika Hareesh" userId="39895284-21ec-4500-be1c-c998039dec4e" providerId="ADAL" clId="{117C7585-C8AA-41DE-B570-536170FE32ED}" dt="2026-04-16T11:10:59.129" v="355" actId="1076"/>
          <ac:spMkLst>
            <pc:docMk/>
            <pc:sldMk cId="3418136878" sldId="297"/>
            <ac:spMk id="35" creationId="{DCBD758D-6B40-39D8-BAEF-45A740374D55}"/>
          </ac:spMkLst>
        </pc:spChg>
        <pc:spChg chg="mod">
          <ac:chgData name="Devika Hareesh" userId="39895284-21ec-4500-be1c-c998039dec4e" providerId="ADAL" clId="{117C7585-C8AA-41DE-B570-536170FE32ED}" dt="2026-04-16T11:07:34.968" v="254" actId="1076"/>
          <ac:spMkLst>
            <pc:docMk/>
            <pc:sldMk cId="3418136878" sldId="297"/>
            <ac:spMk id="144" creationId="{87F1332C-6C51-6E74-F81A-720CB47CF6DA}"/>
          </ac:spMkLst>
        </pc:spChg>
        <pc:spChg chg="mod">
          <ac:chgData name="Devika Hareesh" userId="39895284-21ec-4500-be1c-c998039dec4e" providerId="ADAL" clId="{117C7585-C8AA-41DE-B570-536170FE32ED}" dt="2026-04-16T11:07:34.968" v="254" actId="1076"/>
          <ac:spMkLst>
            <pc:docMk/>
            <pc:sldMk cId="3418136878" sldId="297"/>
            <ac:spMk id="145" creationId="{4C6840BF-27F6-870C-4B2B-9FA51827A7AA}"/>
          </ac:spMkLst>
        </pc:spChg>
        <pc:spChg chg="mod">
          <ac:chgData name="Devika Hareesh" userId="39895284-21ec-4500-be1c-c998039dec4e" providerId="ADAL" clId="{117C7585-C8AA-41DE-B570-536170FE32ED}" dt="2026-04-17T10:24:08.443" v="602" actId="1076"/>
          <ac:spMkLst>
            <pc:docMk/>
            <pc:sldMk cId="3418136878" sldId="297"/>
            <ac:spMk id="146" creationId="{79BB8CB4-C727-F4E9-2A8C-F02B56DDB102}"/>
          </ac:spMkLst>
        </pc:spChg>
        <pc:spChg chg="mod">
          <ac:chgData name="Devika Hareesh" userId="39895284-21ec-4500-be1c-c998039dec4e" providerId="ADAL" clId="{117C7585-C8AA-41DE-B570-536170FE32ED}" dt="2026-04-17T10:24:12.620" v="603" actId="1076"/>
          <ac:spMkLst>
            <pc:docMk/>
            <pc:sldMk cId="3418136878" sldId="297"/>
            <ac:spMk id="147" creationId="{360F49BF-660D-2257-C2FC-89A35A147C80}"/>
          </ac:spMkLst>
        </pc:spChg>
        <pc:grpChg chg="add del mod">
          <ac:chgData name="Devika Hareesh" userId="39895284-21ec-4500-be1c-c998039dec4e" providerId="ADAL" clId="{117C7585-C8AA-41DE-B570-536170FE32ED}" dt="2026-04-16T11:09:49.193" v="281" actId="165"/>
          <ac:grpSpMkLst>
            <pc:docMk/>
            <pc:sldMk cId="3418136878" sldId="297"/>
            <ac:grpSpMk id="29" creationId="{545C1F69-CFF4-227F-5632-EC1EDF0DABEB}"/>
          </ac:grpSpMkLst>
        </pc:grpChg>
        <pc:grpChg chg="mod">
          <ac:chgData name="Devika Hareesh" userId="39895284-21ec-4500-be1c-c998039dec4e" providerId="ADAL" clId="{117C7585-C8AA-41DE-B570-536170FE32ED}" dt="2026-04-16T11:07:10.333" v="252" actId="1076"/>
          <ac:grpSpMkLst>
            <pc:docMk/>
            <pc:sldMk cId="3418136878" sldId="297"/>
            <ac:grpSpMk id="125" creationId="{896B7599-DA2A-2A96-0A8B-723E00558276}"/>
          </ac:grpSpMkLst>
        </pc:grpChg>
        <pc:grpChg chg="mod">
          <ac:chgData name="Devika Hareesh" userId="39895284-21ec-4500-be1c-c998039dec4e" providerId="ADAL" clId="{117C7585-C8AA-41DE-B570-536170FE32ED}" dt="2026-04-17T10:23:51.713" v="599" actId="14100"/>
          <ac:grpSpMkLst>
            <pc:docMk/>
            <pc:sldMk cId="3418136878" sldId="297"/>
            <ac:grpSpMk id="131" creationId="{213AE579-4B37-243F-6154-71BCF38E30E2}"/>
          </ac:grpSpMkLst>
        </pc:grpChg>
        <pc:grpChg chg="mod">
          <ac:chgData name="Devika Hareesh" userId="39895284-21ec-4500-be1c-c998039dec4e" providerId="ADAL" clId="{117C7585-C8AA-41DE-B570-536170FE32ED}" dt="2026-04-17T10:23:48.611" v="598" actId="14100"/>
          <ac:grpSpMkLst>
            <pc:docMk/>
            <pc:sldMk cId="3418136878" sldId="297"/>
            <ac:grpSpMk id="134" creationId="{59477274-A52E-2B9B-9241-A0929C85C3B0}"/>
          </ac:grpSpMkLst>
        </pc:grpChg>
        <pc:grpChg chg="mod">
          <ac:chgData name="Devika Hareesh" userId="39895284-21ec-4500-be1c-c998039dec4e" providerId="ADAL" clId="{117C7585-C8AA-41DE-B570-536170FE32ED}" dt="2026-04-17T10:23:54.686" v="600" actId="1076"/>
          <ac:grpSpMkLst>
            <pc:docMk/>
            <pc:sldMk cId="3418136878" sldId="297"/>
            <ac:grpSpMk id="137" creationId="{F24FD439-4D2A-4CA4-5F99-3E8494B2AF49}"/>
          </ac:grpSpMkLst>
        </pc:grpChg>
        <pc:grpChg chg="mod">
          <ac:chgData name="Devika Hareesh" userId="39895284-21ec-4500-be1c-c998039dec4e" providerId="ADAL" clId="{117C7585-C8AA-41DE-B570-536170FE32ED}" dt="2026-04-17T10:24:02.922" v="601" actId="1076"/>
          <ac:grpSpMkLst>
            <pc:docMk/>
            <pc:sldMk cId="3418136878" sldId="297"/>
            <ac:grpSpMk id="140" creationId="{0F75A64A-E786-B4F7-6A6F-3017F33D67F5}"/>
          </ac:grpSpMkLst>
        </pc:grpChg>
        <pc:picChg chg="add mod">
          <ac:chgData name="Devika Hareesh" userId="39895284-21ec-4500-be1c-c998039dec4e" providerId="ADAL" clId="{117C7585-C8AA-41DE-B570-536170FE32ED}" dt="2026-04-16T11:07:58.550" v="256"/>
          <ac:picMkLst>
            <pc:docMk/>
            <pc:sldMk cId="3418136878" sldId="297"/>
            <ac:picMk id="10" creationId="{E918107C-BE54-6345-AF23-C820D48D3CF9}"/>
          </ac:picMkLst>
        </pc:picChg>
        <pc:picChg chg="add mod">
          <ac:chgData name="Devika Hareesh" userId="39895284-21ec-4500-be1c-c998039dec4e" providerId="ADAL" clId="{117C7585-C8AA-41DE-B570-536170FE32ED}" dt="2026-04-16T11:07:58.550" v="256"/>
          <ac:picMkLst>
            <pc:docMk/>
            <pc:sldMk cId="3418136878" sldId="297"/>
            <ac:picMk id="11" creationId="{3E700454-8607-EE35-C0CD-5836682F02B0}"/>
          </ac:picMkLst>
        </pc:picChg>
        <pc:picChg chg="add mod">
          <ac:chgData name="Devika Hareesh" userId="39895284-21ec-4500-be1c-c998039dec4e" providerId="ADAL" clId="{117C7585-C8AA-41DE-B570-536170FE32ED}" dt="2026-04-16T11:08:10.745" v="261"/>
          <ac:picMkLst>
            <pc:docMk/>
            <pc:sldMk cId="3418136878" sldId="297"/>
            <ac:picMk id="14" creationId="{32560F2A-3546-5480-A5B3-322DEB088FA5}"/>
          </ac:picMkLst>
        </pc:picChg>
        <pc:picChg chg="add mod">
          <ac:chgData name="Devika Hareesh" userId="39895284-21ec-4500-be1c-c998039dec4e" providerId="ADAL" clId="{117C7585-C8AA-41DE-B570-536170FE32ED}" dt="2026-04-16T11:08:10.745" v="261"/>
          <ac:picMkLst>
            <pc:docMk/>
            <pc:sldMk cId="3418136878" sldId="297"/>
            <ac:picMk id="23" creationId="{E6BE8C93-3C70-8408-E524-E008F93BD2C0}"/>
          </ac:picMkLst>
        </pc:picChg>
        <pc:picChg chg="add mod">
          <ac:chgData name="Devika Hareesh" userId="39895284-21ec-4500-be1c-c998039dec4e" providerId="ADAL" clId="{117C7585-C8AA-41DE-B570-536170FE32ED}" dt="2026-04-16T11:08:31.750" v="266" actId="1076"/>
          <ac:picMkLst>
            <pc:docMk/>
            <pc:sldMk cId="3418136878" sldId="297"/>
            <ac:picMk id="25" creationId="{06D552C3-7FA9-2338-F8E1-D3A1C98B9E20}"/>
          </ac:picMkLst>
        </pc:picChg>
        <pc:picChg chg="add mod">
          <ac:chgData name="Devika Hareesh" userId="39895284-21ec-4500-be1c-c998039dec4e" providerId="ADAL" clId="{117C7585-C8AA-41DE-B570-536170FE32ED}" dt="2026-04-16T11:08:31.750" v="266" actId="1076"/>
          <ac:picMkLst>
            <pc:docMk/>
            <pc:sldMk cId="3418136878" sldId="297"/>
            <ac:picMk id="26" creationId="{4F2BBAAD-54B9-C451-2EAA-4177E66D6FAD}"/>
          </ac:picMkLst>
        </pc:picChg>
        <pc:picChg chg="add mod">
          <ac:chgData name="Devika Hareesh" userId="39895284-21ec-4500-be1c-c998039dec4e" providerId="ADAL" clId="{117C7585-C8AA-41DE-B570-536170FE32ED}" dt="2026-04-16T11:08:57.863" v="268"/>
          <ac:picMkLst>
            <pc:docMk/>
            <pc:sldMk cId="3418136878" sldId="297"/>
            <ac:picMk id="28" creationId="{60E0D26C-79C3-6565-9CA8-C28155279142}"/>
          </ac:picMkLst>
        </pc:picChg>
        <pc:picChg chg="mod topLvl">
          <ac:chgData name="Devika Hareesh" userId="39895284-21ec-4500-be1c-c998039dec4e" providerId="ADAL" clId="{117C7585-C8AA-41DE-B570-536170FE32ED}" dt="2026-04-16T11:09:49.193" v="281" actId="165"/>
          <ac:picMkLst>
            <pc:docMk/>
            <pc:sldMk cId="3418136878" sldId="297"/>
            <ac:picMk id="30" creationId="{F2B430A1-C09A-AFD5-C7BF-D4A1D04EFDDD}"/>
          </ac:picMkLst>
        </pc:picChg>
        <pc:picChg chg="mod topLvl">
          <ac:chgData name="Devika Hareesh" userId="39895284-21ec-4500-be1c-c998039dec4e" providerId="ADAL" clId="{117C7585-C8AA-41DE-B570-536170FE32ED}" dt="2026-04-16T11:09:49.193" v="281" actId="165"/>
          <ac:picMkLst>
            <pc:docMk/>
            <pc:sldMk cId="3418136878" sldId="297"/>
            <ac:picMk id="31" creationId="{8CEC73DB-E3CE-9407-CF4A-A9DD107473CD}"/>
          </ac:picMkLst>
        </pc:picChg>
        <pc:cxnChg chg="add mod">
          <ac:chgData name="Devika Hareesh" userId="39895284-21ec-4500-be1c-c998039dec4e" providerId="ADAL" clId="{117C7585-C8AA-41DE-B570-536170FE32ED}" dt="2026-04-16T11:06:48.285" v="248" actId="1076"/>
          <ac:cxnSpMkLst>
            <pc:docMk/>
            <pc:sldMk cId="3418136878" sldId="297"/>
            <ac:cxnSpMk id="9" creationId="{96FC7099-3EE9-367C-AE9E-B08A0BDC8F76}"/>
          </ac:cxnSpMkLst>
        </pc:cxnChg>
      </pc:sldChg>
      <pc:sldChg chg="add">
        <pc:chgData name="Devika Hareesh" userId="39895284-21ec-4500-be1c-c998039dec4e" providerId="ADAL" clId="{117C7585-C8AA-41DE-B570-536170FE32ED}" dt="2026-04-13T10:25:53.720" v="58"/>
        <pc:sldMkLst>
          <pc:docMk/>
          <pc:sldMk cId="3480851373" sldId="298"/>
        </pc:sldMkLst>
      </pc:sldChg>
      <pc:sldChg chg="add">
        <pc:chgData name="Devika Hareesh" userId="39895284-21ec-4500-be1c-c998039dec4e" providerId="ADAL" clId="{117C7585-C8AA-41DE-B570-536170FE32ED}" dt="2026-04-13T10:25:53.720" v="58"/>
        <pc:sldMkLst>
          <pc:docMk/>
          <pc:sldMk cId="3545483411" sldId="299"/>
        </pc:sldMkLst>
      </pc:sldChg>
      <pc:sldChg chg="add">
        <pc:chgData name="Devika Hareesh" userId="39895284-21ec-4500-be1c-c998039dec4e" providerId="ADAL" clId="{117C7585-C8AA-41DE-B570-536170FE32ED}" dt="2026-04-13T11:26:49.495" v="139"/>
        <pc:sldMkLst>
          <pc:docMk/>
          <pc:sldMk cId="1040697961" sldId="300"/>
        </pc:sldMkLst>
      </pc:sldChg>
      <pc:sldChg chg="addSp delSp modSp add mod ord">
        <pc:chgData name="Devika Hareesh" userId="39895284-21ec-4500-be1c-c998039dec4e" providerId="ADAL" clId="{117C7585-C8AA-41DE-B570-536170FE32ED}" dt="2026-04-16T11:28:46.187" v="582" actId="20577"/>
        <pc:sldMkLst>
          <pc:docMk/>
          <pc:sldMk cId="2956155010" sldId="305"/>
        </pc:sldMkLst>
        <pc:spChg chg="add mod">
          <ac:chgData name="Devika Hareesh" userId="39895284-21ec-4500-be1c-c998039dec4e" providerId="ADAL" clId="{117C7585-C8AA-41DE-B570-536170FE32ED}" dt="2026-04-13T09:41:51.600" v="22"/>
          <ac:spMkLst>
            <pc:docMk/>
            <pc:sldMk cId="2956155010" sldId="305"/>
            <ac:spMk id="2" creationId="{AC94AC10-B340-DDB9-0639-2ED0C773D1DD}"/>
          </ac:spMkLst>
        </pc:spChg>
        <pc:spChg chg="mod">
          <ac:chgData name="Devika Hareesh" userId="39895284-21ec-4500-be1c-c998039dec4e" providerId="ADAL" clId="{117C7585-C8AA-41DE-B570-536170FE32ED}" dt="2026-04-16T10:53:58.918" v="164"/>
          <ac:spMkLst>
            <pc:docMk/>
            <pc:sldMk cId="2956155010" sldId="305"/>
            <ac:spMk id="6" creationId="{50FB3E7D-F1B0-AE14-9ED8-5BCF82DE2F5B}"/>
          </ac:spMkLst>
        </pc:spChg>
        <pc:spChg chg="mod">
          <ac:chgData name="Devika Hareesh" userId="39895284-21ec-4500-be1c-c998039dec4e" providerId="ADAL" clId="{117C7585-C8AA-41DE-B570-536170FE32ED}" dt="2026-04-16T10:53:58.918" v="164"/>
          <ac:spMkLst>
            <pc:docMk/>
            <pc:sldMk cId="2956155010" sldId="305"/>
            <ac:spMk id="7" creationId="{89FB1523-FC8B-558F-9512-D8771EAB0EB3}"/>
          </ac:spMkLst>
        </pc:spChg>
        <pc:spChg chg="mod">
          <ac:chgData name="Devika Hareesh" userId="39895284-21ec-4500-be1c-c998039dec4e" providerId="ADAL" clId="{117C7585-C8AA-41DE-B570-536170FE32ED}" dt="2026-04-16T10:59:57.471" v="173"/>
          <ac:spMkLst>
            <pc:docMk/>
            <pc:sldMk cId="2956155010" sldId="305"/>
            <ac:spMk id="11" creationId="{1DC80C72-64A6-E7DB-E7CB-C37BDBAF05AE}"/>
          </ac:spMkLst>
        </pc:spChg>
        <pc:spChg chg="mod">
          <ac:chgData name="Devika Hareesh" userId="39895284-21ec-4500-be1c-c998039dec4e" providerId="ADAL" clId="{117C7585-C8AA-41DE-B570-536170FE32ED}" dt="2026-04-16T10:59:57.471" v="173"/>
          <ac:spMkLst>
            <pc:docMk/>
            <pc:sldMk cId="2956155010" sldId="305"/>
            <ac:spMk id="12" creationId="{B003B6AE-3E5C-C874-022A-86D1949568D1}"/>
          </ac:spMkLst>
        </pc:spChg>
        <pc:spChg chg="add mod">
          <ac:chgData name="Devika Hareesh" userId="39895284-21ec-4500-be1c-c998039dec4e" providerId="ADAL" clId="{117C7585-C8AA-41DE-B570-536170FE32ED}" dt="2026-04-16T11:04:31.266" v="228" actId="1076"/>
          <ac:spMkLst>
            <pc:docMk/>
            <pc:sldMk cId="2956155010" sldId="305"/>
            <ac:spMk id="14" creationId="{13B82488-B685-2EDF-49A1-116C7ABD076E}"/>
          </ac:spMkLst>
        </pc:spChg>
        <pc:spChg chg="mod">
          <ac:chgData name="Devika Hareesh" userId="39895284-21ec-4500-be1c-c998039dec4e" providerId="ADAL" clId="{117C7585-C8AA-41DE-B570-536170FE32ED}" dt="2026-04-16T11:03:20.291" v="182" actId="1076"/>
          <ac:spMkLst>
            <pc:docMk/>
            <pc:sldMk cId="2956155010" sldId="305"/>
            <ac:spMk id="37" creationId="{795CBAF5-702A-294F-7133-E5A9AD029BCF}"/>
          </ac:spMkLst>
        </pc:spChg>
        <pc:spChg chg="mod">
          <ac:chgData name="Devika Hareesh" userId="39895284-21ec-4500-be1c-c998039dec4e" providerId="ADAL" clId="{117C7585-C8AA-41DE-B570-536170FE32ED}" dt="2026-04-16T11:03:20.291" v="182" actId="1076"/>
          <ac:spMkLst>
            <pc:docMk/>
            <pc:sldMk cId="2956155010" sldId="305"/>
            <ac:spMk id="39" creationId="{93D43B8C-BF6E-449F-69FD-EBB98E65DE58}"/>
          </ac:spMkLst>
        </pc:spChg>
        <pc:spChg chg="mod">
          <ac:chgData name="Devika Hareesh" userId="39895284-21ec-4500-be1c-c998039dec4e" providerId="ADAL" clId="{117C7585-C8AA-41DE-B570-536170FE32ED}" dt="2026-04-16T11:03:10.700" v="181" actId="1076"/>
          <ac:spMkLst>
            <pc:docMk/>
            <pc:sldMk cId="2956155010" sldId="305"/>
            <ac:spMk id="48" creationId="{FEEA24C7-EF6B-611D-26A4-593C2A998955}"/>
          </ac:spMkLst>
        </pc:spChg>
        <pc:spChg chg="mod">
          <ac:chgData name="Devika Hareesh" userId="39895284-21ec-4500-be1c-c998039dec4e" providerId="ADAL" clId="{117C7585-C8AA-41DE-B570-536170FE32ED}" dt="2026-04-16T11:04:06.935" v="186" actId="1076"/>
          <ac:spMkLst>
            <pc:docMk/>
            <pc:sldMk cId="2956155010" sldId="305"/>
            <ac:spMk id="49" creationId="{0F461736-DD0C-9DA5-C2B6-590A4EDAE255}"/>
          </ac:spMkLst>
        </pc:spChg>
        <pc:spChg chg="mod">
          <ac:chgData name="Devika Hareesh" userId="39895284-21ec-4500-be1c-c998039dec4e" providerId="ADAL" clId="{117C7585-C8AA-41DE-B570-536170FE32ED}" dt="2026-04-16T11:28:46.187" v="582" actId="20577"/>
          <ac:spMkLst>
            <pc:docMk/>
            <pc:sldMk cId="2956155010" sldId="305"/>
            <ac:spMk id="67" creationId="{295B2FAB-9668-A9F4-963E-599111754708}"/>
          </ac:spMkLst>
        </pc:spChg>
        <pc:grpChg chg="add mod">
          <ac:chgData name="Devika Hareesh" userId="39895284-21ec-4500-be1c-c998039dec4e" providerId="ADAL" clId="{117C7585-C8AA-41DE-B570-536170FE32ED}" dt="2026-04-16T11:03:32.125" v="184" actId="1076"/>
          <ac:grpSpMkLst>
            <pc:docMk/>
            <pc:sldMk cId="2956155010" sldId="305"/>
            <ac:grpSpMk id="4" creationId="{AFF46DE3-1D0C-FADF-4C4A-1F4B9CBC52AE}"/>
          </ac:grpSpMkLst>
        </pc:grpChg>
        <pc:grpChg chg="add del mod">
          <ac:chgData name="Devika Hareesh" userId="39895284-21ec-4500-be1c-c998039dec4e" providerId="ADAL" clId="{117C7585-C8AA-41DE-B570-536170FE32ED}" dt="2026-04-16T11:00:41.149" v="177" actId="478"/>
          <ac:grpSpMkLst>
            <pc:docMk/>
            <pc:sldMk cId="2956155010" sldId="305"/>
            <ac:grpSpMk id="9" creationId="{859DD2B8-7707-6DE9-E761-9DCC44CDEDDA}"/>
          </ac:grpSpMkLst>
        </pc:grpChg>
        <pc:grpChg chg="mod">
          <ac:chgData name="Devika Hareesh" userId="39895284-21ec-4500-be1c-c998039dec4e" providerId="ADAL" clId="{117C7585-C8AA-41DE-B570-536170FE32ED}" dt="2026-04-16T11:03:20.291" v="182" actId="1076"/>
          <ac:grpSpMkLst>
            <pc:docMk/>
            <pc:sldMk cId="2956155010" sldId="305"/>
            <ac:grpSpMk id="28" creationId="{AC06E296-A1E8-D7DE-AE92-2266FD38C3D4}"/>
          </ac:grpSpMkLst>
        </pc:grpChg>
        <pc:grpChg chg="mod">
          <ac:chgData name="Devika Hareesh" userId="39895284-21ec-4500-be1c-c998039dec4e" providerId="ADAL" clId="{117C7585-C8AA-41DE-B570-536170FE32ED}" dt="2026-04-16T11:03:20.291" v="182" actId="1076"/>
          <ac:grpSpMkLst>
            <pc:docMk/>
            <pc:sldMk cId="2956155010" sldId="305"/>
            <ac:grpSpMk id="31" creationId="{94247513-9106-4C34-0DB7-3961056DBDE2}"/>
          </ac:grpSpMkLst>
        </pc:grpChg>
        <pc:grpChg chg="mod">
          <ac:chgData name="Devika Hareesh" userId="39895284-21ec-4500-be1c-c998039dec4e" providerId="ADAL" clId="{117C7585-C8AA-41DE-B570-536170FE32ED}" dt="2026-04-16T11:03:27.181" v="183" actId="1076"/>
          <ac:grpSpMkLst>
            <pc:docMk/>
            <pc:sldMk cId="2956155010" sldId="305"/>
            <ac:grpSpMk id="51" creationId="{AED9C186-EEA3-D7B2-91A3-7EBF89FC4A58}"/>
          </ac:grpSpMkLst>
        </pc:grpChg>
        <pc:picChg chg="add mod">
          <ac:chgData name="Devika Hareesh" userId="39895284-21ec-4500-be1c-c998039dec4e" providerId="ADAL" clId="{117C7585-C8AA-41DE-B570-536170FE32ED}" dt="2026-04-16T10:53:46.892" v="163"/>
          <ac:picMkLst>
            <pc:docMk/>
            <pc:sldMk cId="2956155010" sldId="305"/>
            <ac:picMk id="3" creationId="{6D9C1778-C3B6-884D-EB4A-4C3F241CDCD5}"/>
          </ac:picMkLst>
        </pc:picChg>
        <pc:picChg chg="mod">
          <ac:chgData name="Devika Hareesh" userId="39895284-21ec-4500-be1c-c998039dec4e" providerId="ADAL" clId="{117C7585-C8AA-41DE-B570-536170FE32ED}" dt="2026-04-16T10:53:58.918" v="164"/>
          <ac:picMkLst>
            <pc:docMk/>
            <pc:sldMk cId="2956155010" sldId="305"/>
            <ac:picMk id="5" creationId="{6B199C09-97F1-9082-40F7-8A49D46B4752}"/>
          </ac:picMkLst>
        </pc:picChg>
        <pc:picChg chg="mod">
          <ac:chgData name="Devika Hareesh" userId="39895284-21ec-4500-be1c-c998039dec4e" providerId="ADAL" clId="{117C7585-C8AA-41DE-B570-536170FE32ED}" dt="2026-04-16T10:53:58.918" v="164"/>
          <ac:picMkLst>
            <pc:docMk/>
            <pc:sldMk cId="2956155010" sldId="305"/>
            <ac:picMk id="8" creationId="{4D0427C4-2728-DCB8-6883-B9D957AFA2CF}"/>
          </ac:picMkLst>
        </pc:picChg>
        <pc:picChg chg="mod">
          <ac:chgData name="Devika Hareesh" userId="39895284-21ec-4500-be1c-c998039dec4e" providerId="ADAL" clId="{117C7585-C8AA-41DE-B570-536170FE32ED}" dt="2026-04-16T10:59:57.471" v="173"/>
          <ac:picMkLst>
            <pc:docMk/>
            <pc:sldMk cId="2956155010" sldId="305"/>
            <ac:picMk id="10" creationId="{18162658-44EB-F6E1-A0DE-322138F44C22}"/>
          </ac:picMkLst>
        </pc:picChg>
        <pc:picChg chg="mod">
          <ac:chgData name="Devika Hareesh" userId="39895284-21ec-4500-be1c-c998039dec4e" providerId="ADAL" clId="{117C7585-C8AA-41DE-B570-536170FE32ED}" dt="2026-04-16T10:59:57.471" v="173"/>
          <ac:picMkLst>
            <pc:docMk/>
            <pc:sldMk cId="2956155010" sldId="305"/>
            <ac:picMk id="13" creationId="{A25C9516-CC61-F131-1902-36A724F47971}"/>
          </ac:picMkLst>
        </pc:picChg>
        <pc:picChg chg="mod">
          <ac:chgData name="Devika Hareesh" userId="39895284-21ec-4500-be1c-c998039dec4e" providerId="ADAL" clId="{117C7585-C8AA-41DE-B570-536170FE32ED}" dt="2026-04-16T11:03:20.291" v="182" actId="1076"/>
          <ac:picMkLst>
            <pc:docMk/>
            <pc:sldMk cId="2956155010" sldId="305"/>
            <ac:picMk id="41" creationId="{B89A0342-AB7C-0EC6-608F-728A8ED8F07C}"/>
          </ac:picMkLst>
        </pc:picChg>
        <pc:picChg chg="mod">
          <ac:chgData name="Devika Hareesh" userId="39895284-21ec-4500-be1c-c998039dec4e" providerId="ADAL" clId="{117C7585-C8AA-41DE-B570-536170FE32ED}" dt="2026-04-16T11:03:20.291" v="182" actId="1076"/>
          <ac:picMkLst>
            <pc:docMk/>
            <pc:sldMk cId="2956155010" sldId="305"/>
            <ac:picMk id="43" creationId="{30900C9F-F1DA-4422-4D92-C09502733E67}"/>
          </ac:picMkLst>
        </pc:picChg>
      </pc:sldChg>
      <pc:sldChg chg="add">
        <pc:chgData name="Devika Hareesh" userId="39895284-21ec-4500-be1c-c998039dec4e" providerId="ADAL" clId="{117C7585-C8AA-41DE-B570-536170FE32ED}" dt="2026-04-13T09:41:14.455" v="19"/>
        <pc:sldMkLst>
          <pc:docMk/>
          <pc:sldMk cId="2912527831" sldId="307"/>
        </pc:sldMkLst>
      </pc:sldChg>
      <pc:sldChg chg="add">
        <pc:chgData name="Devika Hareesh" userId="39895284-21ec-4500-be1c-c998039dec4e" providerId="ADAL" clId="{117C7585-C8AA-41DE-B570-536170FE32ED}" dt="2026-04-13T10:04:22.179" v="52"/>
        <pc:sldMkLst>
          <pc:docMk/>
          <pc:sldMk cId="3229229736" sldId="308"/>
        </pc:sldMkLst>
      </pc:sldChg>
      <pc:sldChg chg="add">
        <pc:chgData name="Devika Hareesh" userId="39895284-21ec-4500-be1c-c998039dec4e" providerId="ADAL" clId="{117C7585-C8AA-41DE-B570-536170FE32ED}" dt="2026-04-13T10:25:53.720" v="58"/>
        <pc:sldMkLst>
          <pc:docMk/>
          <pc:sldMk cId="4176072209" sldId="309"/>
        </pc:sldMkLst>
      </pc:sldChg>
      <pc:sldChg chg="add">
        <pc:chgData name="Devika Hareesh" userId="39895284-21ec-4500-be1c-c998039dec4e" providerId="ADAL" clId="{117C7585-C8AA-41DE-B570-536170FE32ED}" dt="2026-04-13T10:25:53.720" v="58"/>
        <pc:sldMkLst>
          <pc:docMk/>
          <pc:sldMk cId="1133670167" sldId="310"/>
        </pc:sldMkLst>
      </pc:sldChg>
      <pc:sldChg chg="add">
        <pc:chgData name="Devika Hareesh" userId="39895284-21ec-4500-be1c-c998039dec4e" providerId="ADAL" clId="{117C7585-C8AA-41DE-B570-536170FE32ED}" dt="2026-04-13T10:25:53.720" v="58"/>
        <pc:sldMkLst>
          <pc:docMk/>
          <pc:sldMk cId="1727270783" sldId="311"/>
        </pc:sldMkLst>
      </pc:sldChg>
      <pc:sldChg chg="modSp add del mod modShow">
        <pc:chgData name="Devika Hareesh" userId="39895284-21ec-4500-be1c-c998039dec4e" providerId="ADAL" clId="{117C7585-C8AA-41DE-B570-536170FE32ED}" dt="2026-04-17T10:34:12.724" v="660" actId="2696"/>
        <pc:sldMkLst>
          <pc:docMk/>
          <pc:sldMk cId="2027903658" sldId="312"/>
        </pc:sldMkLst>
        <pc:spChg chg="mod">
          <ac:chgData name="Devika Hareesh" userId="39895284-21ec-4500-be1c-c998039dec4e" providerId="ADAL" clId="{117C7585-C8AA-41DE-B570-536170FE32ED}" dt="2026-04-16T11:21:34.111" v="483" actId="1076"/>
          <ac:spMkLst>
            <pc:docMk/>
            <pc:sldMk cId="2027903658" sldId="312"/>
            <ac:spMk id="153" creationId="{053537B6-FBFD-975F-D6FA-A84AD0F425D2}"/>
          </ac:spMkLst>
        </pc:spChg>
      </pc:sldChg>
      <pc:sldChg chg="add">
        <pc:chgData name="Devika Hareesh" userId="39895284-21ec-4500-be1c-c998039dec4e" providerId="ADAL" clId="{117C7585-C8AA-41DE-B570-536170FE32ED}" dt="2026-04-13T10:25:53.720" v="58"/>
        <pc:sldMkLst>
          <pc:docMk/>
          <pc:sldMk cId="244979257" sldId="313"/>
        </pc:sldMkLst>
      </pc:sldChg>
      <pc:sldChg chg="add">
        <pc:chgData name="Devika Hareesh" userId="39895284-21ec-4500-be1c-c998039dec4e" providerId="ADAL" clId="{117C7585-C8AA-41DE-B570-536170FE32ED}" dt="2026-04-13T11:27:43.572" v="141"/>
        <pc:sldMkLst>
          <pc:docMk/>
          <pc:sldMk cId="2265819536" sldId="314"/>
        </pc:sldMkLst>
      </pc:sldChg>
    </pc:docChg>
  </pc:docChgLst>
</pc:chgInfo>
</file>

<file path=ppt/comments/modernComment_10F_2D6B215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89B766-E8EC-4A10-BF2A-D6D1FB3E260D}" authorId="{1A0FC3BF-A23C-6BC2-EC4D-083C63AB6882}" created="2026-03-02T06:22:59.079">
    <pc:sldMkLst xmlns:pc="http://schemas.microsoft.com/office/powerpoint/2013/main/command">
      <pc:docMk/>
      <pc:sldMk cId="761995610" sldId="271"/>
    </pc:sldMkLst>
    <p188:txBody>
      <a:bodyPr/>
      <a:lstStyle/>
      <a:p>
        <a:r>
          <a:rPr lang="en-IN"/>
          <a:t>Add skip option</a:t>
        </a:r>
      </a:p>
    </p188:txBody>
  </p188:cm>
</p188:cmLst>
</file>

<file path=ppt/comments/modernComment_12C_3E07CA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63FEDAB-54E2-4451-B2A0-C49A76FC283B}" authorId="{1A0FC3BF-A23C-6BC2-EC4D-083C63AB6882}" created="2026-03-02T06:22:59.079">
    <pc:sldMkLst xmlns:pc="http://schemas.microsoft.com/office/powerpoint/2013/main/command">
      <pc:docMk/>
      <pc:sldMk cId="761995610" sldId="271"/>
    </pc:sldMkLst>
    <p188:txBody>
      <a:bodyPr/>
      <a:lstStyle/>
      <a:p>
        <a:r>
          <a:rPr lang="en-IN"/>
          <a:t>Add skip option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BF8C8-B71E-4CA9-AAA8-E695E20362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A0FC4-0E53-43C0-B628-109766058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66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7134-553D-7343-9CE0-F3FAF5E2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BBDD4-94DD-DDB5-0358-E98C53355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43CE9-091F-CEE1-6FB1-C097E4B6B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8DD5B-5874-5A4A-F400-5AA5378F6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615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3DED1-0365-7E06-DE76-22FB0695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1B77C-3785-4564-51CA-99E8A96D8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DD242-B1D5-00B0-8DE0-2EC5DF41A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29A4A-6F59-B4E4-1509-5211FCCD6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039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11DC-B96A-AD92-57DD-5F3C7266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22EEB-2B02-9622-C3EA-DDAB97B6D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E810D-1794-7B17-35D0-D40275668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33C9A-EA11-4EB8-09C4-2288F080E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990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91CD-772A-A218-69BC-AFF035D6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A72BD-3ABC-BD08-D4E9-4D1106C22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D0F81-BECB-5D3E-0DD2-351EE82EC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49053-A631-FFB9-92CC-5138CEC31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474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EE6AA-92C8-3E02-BC0B-5F0D182DB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A8D3A-7802-5C93-3D1E-E4CED8BA1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59846-3AC9-7255-4ED8-81C90E987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215A1-073F-459C-F4CB-FF973FFCF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22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E7E8-3D49-2843-409A-729938C55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0AFBB-58BD-FCB8-48CB-751B89BC1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19A5E-7722-A0B2-190A-909C115D0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71D49-12C3-CFB1-B72D-FC5C05A48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106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E7E8-3D49-2843-409A-729938C55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0AFBB-58BD-FCB8-48CB-751B89BC1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19A5E-7722-A0B2-190A-909C115D0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71D49-12C3-CFB1-B72D-FC5C05A48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106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6A31-97DA-4691-196B-0D0AD463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E0EA1-847C-15B1-82B0-2356D7199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A0ABD-6B31-F806-ED34-0687AC60C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8553D-C83D-198A-DECE-FE77EB8B1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558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5A27-3CB6-56FE-9C8F-AD88DF55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D3B62-361C-1187-5F9C-1EC20C976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CC289-691D-A9F8-98C1-91E6F501F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9BDB3-94F3-7763-6996-C3B13EB7C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994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955F-0B7E-DD67-4DA3-8CA71949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CCE0F-533A-CCF1-4CFC-EF0E13CAF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25946-B09D-3D5E-3520-1178BAC61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337A-09C9-532B-C066-869C861E9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89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955F-0B7E-DD67-4DA3-8CA71949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CCE0F-533A-CCF1-4CFC-EF0E13CAF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25946-B09D-3D5E-3520-1178BAC61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337A-09C9-532B-C066-869C861E9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89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036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844CF-5E04-2625-ADFF-20826AFB1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5C035E-78BE-EB8A-A96B-DDEAC4986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7B5E2-6B6C-EE54-0DDC-EE3B4F87B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35D9E-35A3-E567-DE6E-17AAD5931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801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A11D-7989-2971-62AB-7A6D32C3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118A9-3F99-1C6F-5778-9A03CD8C1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D7BE3-5762-84CA-FD51-2F7B8E99B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DB724-E712-3B10-6516-E59185293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6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78D8E-8F4E-5084-C727-154C0FDC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97733-9202-26DC-DF07-EAE5F065C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F96BF-2796-9970-3935-E8041DB8F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8F1B1-3816-4F07-E3F9-53566F099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160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2133-1992-592E-98D4-FA1095CF7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0D8ED-656C-D16A-8BC1-56EF0CDFE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F53A8-D4EC-449A-8373-59AED602D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68C41-F4C1-9CA4-49D4-655CCF162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644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E0844-3136-FCA9-D23B-64B3A87DB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5743B-429D-2A70-7DE7-C46E6BE45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CF841-DEAE-55D0-88DF-0033083D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4BCEA-2DC7-E289-5208-05716E056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CD68C-21FB-9033-DD6E-0196E06A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22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4BEB-822F-5926-85ED-5F46D40CF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07CAA-9382-EFF7-947A-4926389A1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C5412-E91D-4A69-A370-CD686486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B1BEE-AB47-7C37-7995-7BECCC461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A3218-112B-5C63-DA84-8DA762AA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83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E7AE4-6E13-4428-967C-E573A5A1D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4F687-270E-5FBA-4FBB-AAC3BE87F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7C85-8396-528F-246C-CA8F9FD74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542C0-5B68-3B39-046B-262A718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D34C3-3172-3601-D5DD-6F036EFA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41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39B2-38A4-94C6-228A-70BF0EB7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12FC6-6C46-F182-B275-C69FA6CC3C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FE678-6B7C-B307-74E2-4CB659B5F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17DE7-11B9-ED7F-9A16-BF4FA51A3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A26F1-CCFD-C64A-B935-F994BD44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12F94-6819-7A79-43AE-DFE401948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6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6485-60BE-E09D-1B90-F974843F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30ABA-4B83-0204-55D6-5113721B9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BCE6B-248A-5AC3-EE05-4C779313C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CF93C6-30EA-E561-219E-76AFBF560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42AEF3-6796-A4F0-9B2A-CE3BA7CBA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BA0ECA-D2A8-80D6-DEEC-4CF1DE0B9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5D034C-3C62-F9FF-14D7-91CA3360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3745D-DCE6-6B53-DBB0-80B8F2D9B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79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B229-665F-EAF6-1CED-7C6D854E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46A8DB-4593-C492-3BF5-72A46CEC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56C6E-13CD-2B44-00AC-F3032C158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2379C-43E1-46F2-4F55-06FD8AA06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648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8A611-A9F0-5A09-4EC8-81BB17EF1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F4767-6188-AA46-9899-9A964860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8C84F-875E-71C5-DECD-32056C38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390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2527-B805-95A5-ED7E-9E8B3FBF4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C5DE1-2A97-374D-AF5E-09157B5B2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E0814-F11A-C759-CD59-C3BD610C6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CF2E0-FF01-6517-BF10-BE9FD125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A4101-7BFA-E8A2-0B5C-0CC00D049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4FFE8-0FEC-7178-5C26-DDCE3D09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27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25A53-0B68-3EA0-2C3D-F144C80D1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51F6BE-A84B-812D-631F-4917250F2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3938B-0267-FF43-2F27-EEB612D26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9323C-C04A-26A7-868D-145010C6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79136-36FE-5CC1-2997-840A8420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A7737-D292-4000-1F02-1B150B48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79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F018-C117-5159-4694-713A606A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C6FDA-7FC2-3702-331B-5EDFEE79D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B5450-AD5A-BD20-6DA3-9C0B409ED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68E8F-D00E-8915-0D74-BFB1635F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5EC3F-F75C-DFD1-EA9E-B68F9E94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05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A9F245-CBD4-29DD-A974-4E4EB1275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0B98A-5269-1073-0584-9E0C38AF1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B94D2-1A56-C180-4F84-129ED731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152CC-103D-D12B-1BA8-38DADF43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5CAF8-DFA9-08B5-0F3D-68D23DB0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36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CDD921-3FCE-B34C-1076-3937F3C67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CED64-5D8B-375A-F7E3-017A580C2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D4849-4F17-CE42-B6A1-FC3FFC3BB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2CA37-6070-4A6E-B95F-A84C65CA538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E2762-DBFD-35F5-83C1-B9890B3DC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E3C0E-C553-6B95-52EF-61441051A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8A9A6-48D2-4F6E-BA5F-FB52EBB4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43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hyperlink" Target="https://freepngimg.com/svg/color/00FF00/172202-white-and-gray-user-ico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gif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svg/color/00FF00/172202-white-and-gray-user-icon" TargetMode="External"/><Relationship Id="rId5" Type="http://schemas.openxmlformats.org/officeDocument/2006/relationships/image" Target="../media/image11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9.svg"/><Relationship Id="rId3" Type="http://schemas.openxmlformats.org/officeDocument/2006/relationships/image" Target="../media/image7.png"/><Relationship Id="rId7" Type="http://schemas.openxmlformats.org/officeDocument/2006/relationships/image" Target="../media/image15.sv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16.svg"/><Relationship Id="rId4" Type="http://schemas.openxmlformats.org/officeDocument/2006/relationships/image" Target="../media/image8.png"/><Relationship Id="rId9" Type="http://schemas.openxmlformats.org/officeDocument/2006/relationships/hyperlink" Target="https://freepngimg.com/svg/color/00FF00/172202-white-and-gray-user-icon" TargetMode="External"/><Relationship Id="rId1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freepngimg.com/svg/color/00FF00/172202-white-and-gray-user-icon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2D6B215A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hyperlink" Target="https://freepngimg.com/svg/color/00FF00/172202-white-and-gray-user-ico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4.png"/><Relationship Id="rId4" Type="http://schemas.openxmlformats.org/officeDocument/2006/relationships/image" Target="../media/image15.svg"/><Relationship Id="rId9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hyperlink" Target="https://freepngimg.com/svg/color/00FF00/172202-white-and-gray-user-icon" TargetMode="External"/><Relationship Id="rId5" Type="http://schemas.openxmlformats.org/officeDocument/2006/relationships/image" Target="../media/image4.png"/><Relationship Id="rId15" Type="http://schemas.openxmlformats.org/officeDocument/2006/relationships/image" Target="../media/image19.svg"/><Relationship Id="rId10" Type="http://schemas.openxmlformats.org/officeDocument/2006/relationships/image" Target="../media/image11.svg"/><Relationship Id="rId4" Type="http://schemas.openxmlformats.org/officeDocument/2006/relationships/image" Target="../media/image8.png"/><Relationship Id="rId9" Type="http://schemas.openxmlformats.org/officeDocument/2006/relationships/image" Target="../media/image9.svg"/><Relationship Id="rId1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freepngimg.com/svg/color/00FF00/172202-white-and-gray-user-icon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C_3E07CA6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svg/color/00FF00/172202-white-and-gray-user-icon" TargetMode="External"/><Relationship Id="rId3" Type="http://schemas.openxmlformats.org/officeDocument/2006/relationships/image" Target="../media/image17.png"/><Relationship Id="rId7" Type="http://schemas.openxmlformats.org/officeDocument/2006/relationships/image" Target="../media/image11.sv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20.svg"/><Relationship Id="rId5" Type="http://schemas.openxmlformats.org/officeDocument/2006/relationships/image" Target="../media/image8.png"/><Relationship Id="rId10" Type="http://schemas.openxmlformats.org/officeDocument/2006/relationships/image" Target="../media/image19.sv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hyperlink" Target="https://freepngimg.com/svg/color/00FF00/172202-white-and-gray-user-ic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21.sv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050D7C-A11D-096A-E15A-35FB2B30D89B}"/>
              </a:ext>
            </a:extLst>
          </p:cNvPr>
          <p:cNvSpPr txBox="1"/>
          <p:nvPr/>
        </p:nvSpPr>
        <p:spPr>
          <a:xfrm>
            <a:off x="5156016" y="96717"/>
            <a:ext cx="1879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Color Palette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90DE15-7A93-4C9F-FDF5-8BAC24C60013}"/>
              </a:ext>
            </a:extLst>
          </p:cNvPr>
          <p:cNvSpPr txBox="1"/>
          <p:nvPr/>
        </p:nvSpPr>
        <p:spPr>
          <a:xfrm>
            <a:off x="216311" y="622341"/>
            <a:ext cx="157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Primary Colors</a:t>
            </a:r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F8DD596-4A8B-E670-3250-9432E04DACB6}"/>
              </a:ext>
            </a:extLst>
          </p:cNvPr>
          <p:cNvGrpSpPr/>
          <p:nvPr/>
        </p:nvGrpSpPr>
        <p:grpSpPr>
          <a:xfrm>
            <a:off x="419878" y="1101007"/>
            <a:ext cx="1203649" cy="1091682"/>
            <a:chOff x="419878" y="1772816"/>
            <a:chExt cx="1203649" cy="10916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6270A5-A32C-B205-ADDF-8E738D467066}"/>
                </a:ext>
              </a:extLst>
            </p:cNvPr>
            <p:cNvSpPr/>
            <p:nvPr/>
          </p:nvSpPr>
          <p:spPr>
            <a:xfrm>
              <a:off x="419878" y="1772816"/>
              <a:ext cx="1203649" cy="1091682"/>
            </a:xfrm>
            <a:prstGeom prst="rect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F8DAA83-2E4E-C35F-851F-95DA815437DB}"/>
                </a:ext>
              </a:extLst>
            </p:cNvPr>
            <p:cNvSpPr txBox="1"/>
            <p:nvPr/>
          </p:nvSpPr>
          <p:spPr>
            <a:xfrm>
              <a:off x="517849" y="2133991"/>
              <a:ext cx="1007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#FF6571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2A5D87-6FDF-FCBE-A824-E0E0ED99D1E9}"/>
              </a:ext>
            </a:extLst>
          </p:cNvPr>
          <p:cNvGrpSpPr/>
          <p:nvPr/>
        </p:nvGrpSpPr>
        <p:grpSpPr>
          <a:xfrm>
            <a:off x="1943878" y="1101007"/>
            <a:ext cx="1203649" cy="1091682"/>
            <a:chOff x="419878" y="1772816"/>
            <a:chExt cx="1203649" cy="1091682"/>
          </a:xfrm>
          <a:solidFill>
            <a:srgbClr val="FF37A1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E47ABE-2351-7FEF-7591-BE0A588644EF}"/>
                </a:ext>
              </a:extLst>
            </p:cNvPr>
            <p:cNvSpPr/>
            <p:nvPr/>
          </p:nvSpPr>
          <p:spPr>
            <a:xfrm>
              <a:off x="419878" y="1772816"/>
              <a:ext cx="1203649" cy="10916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DD391BF-F569-E9BA-3E57-4939B5CDBDBF}"/>
                </a:ext>
              </a:extLst>
            </p:cNvPr>
            <p:cNvSpPr txBox="1"/>
            <p:nvPr/>
          </p:nvSpPr>
          <p:spPr>
            <a:xfrm>
              <a:off x="517849" y="2133991"/>
              <a:ext cx="1007706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#FF37A1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8DF1425-9EC6-3244-607B-C5C5A84C8B96}"/>
              </a:ext>
            </a:extLst>
          </p:cNvPr>
          <p:cNvSpPr txBox="1"/>
          <p:nvPr/>
        </p:nvSpPr>
        <p:spPr>
          <a:xfrm>
            <a:off x="216311" y="2482236"/>
            <a:ext cx="182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Secondary Colors</a:t>
            </a:r>
            <a:endParaRPr lang="en-IN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01048E7-BEA2-9755-8D13-EC9CF7938EF6}"/>
              </a:ext>
            </a:extLst>
          </p:cNvPr>
          <p:cNvGrpSpPr/>
          <p:nvPr/>
        </p:nvGrpSpPr>
        <p:grpSpPr>
          <a:xfrm>
            <a:off x="422989" y="3016886"/>
            <a:ext cx="1203649" cy="1091682"/>
            <a:chOff x="419878" y="1772816"/>
            <a:chExt cx="1203649" cy="1091682"/>
          </a:xfrm>
          <a:solidFill>
            <a:srgbClr val="FF37A1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A7141D2-68A9-0C88-7F6C-F70EB992FF24}"/>
                </a:ext>
              </a:extLst>
            </p:cNvPr>
            <p:cNvSpPr/>
            <p:nvPr/>
          </p:nvSpPr>
          <p:spPr>
            <a:xfrm>
              <a:off x="419878" y="1772816"/>
              <a:ext cx="1203649" cy="1091682"/>
            </a:xfrm>
            <a:prstGeom prst="rect">
              <a:avLst/>
            </a:prstGeom>
            <a:solidFill>
              <a:srgbClr val="3CD8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FF378FC-BFB2-FACB-90BD-66A41E953FC3}"/>
                </a:ext>
              </a:extLst>
            </p:cNvPr>
            <p:cNvSpPr txBox="1"/>
            <p:nvPr/>
          </p:nvSpPr>
          <p:spPr>
            <a:xfrm>
              <a:off x="471195" y="2133991"/>
              <a:ext cx="1102567" cy="369332"/>
            </a:xfrm>
            <a:prstGeom prst="rect">
              <a:avLst/>
            </a:prstGeom>
            <a:solidFill>
              <a:srgbClr val="3CD8DE"/>
            </a:solidFill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#3CD8DE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AFF933-92AB-71B3-5EF3-784A6373F088}"/>
              </a:ext>
            </a:extLst>
          </p:cNvPr>
          <p:cNvGrpSpPr/>
          <p:nvPr/>
        </p:nvGrpSpPr>
        <p:grpSpPr>
          <a:xfrm>
            <a:off x="412298" y="4273886"/>
            <a:ext cx="1203649" cy="1091682"/>
            <a:chOff x="419878" y="1772816"/>
            <a:chExt cx="1203649" cy="1091682"/>
          </a:xfrm>
          <a:solidFill>
            <a:srgbClr val="81DAFE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3288203-F782-252C-60B5-4DA92850A792}"/>
                </a:ext>
              </a:extLst>
            </p:cNvPr>
            <p:cNvSpPr/>
            <p:nvPr/>
          </p:nvSpPr>
          <p:spPr>
            <a:xfrm>
              <a:off x="419878" y="1772816"/>
              <a:ext cx="1203649" cy="10916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BF692D-ED07-7204-8D0C-CAA3E6A0F3B6}"/>
                </a:ext>
              </a:extLst>
            </p:cNvPr>
            <p:cNvSpPr txBox="1"/>
            <p:nvPr/>
          </p:nvSpPr>
          <p:spPr>
            <a:xfrm>
              <a:off x="471195" y="2133991"/>
              <a:ext cx="1102567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#81DAFE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41A0B5-AE60-3629-1CBA-1C398B1FAE08}"/>
              </a:ext>
            </a:extLst>
          </p:cNvPr>
          <p:cNvGrpSpPr/>
          <p:nvPr/>
        </p:nvGrpSpPr>
        <p:grpSpPr>
          <a:xfrm>
            <a:off x="402967" y="5530886"/>
            <a:ext cx="1203649" cy="1091682"/>
            <a:chOff x="419878" y="1772816"/>
            <a:chExt cx="1203649" cy="1091682"/>
          </a:xfrm>
          <a:solidFill>
            <a:srgbClr val="81DAFE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58E2486-44D2-5F6B-9E88-AE46DD2EFA72}"/>
                </a:ext>
              </a:extLst>
            </p:cNvPr>
            <p:cNvSpPr/>
            <p:nvPr/>
          </p:nvSpPr>
          <p:spPr>
            <a:xfrm>
              <a:off x="419878" y="1772816"/>
              <a:ext cx="1203649" cy="1091682"/>
            </a:xfrm>
            <a:prstGeom prst="rect">
              <a:avLst/>
            </a:prstGeom>
            <a:solidFill>
              <a:srgbClr val="B1E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E11A823-E811-69C1-25FD-49D1643E7FB4}"/>
                </a:ext>
              </a:extLst>
            </p:cNvPr>
            <p:cNvSpPr txBox="1"/>
            <p:nvPr/>
          </p:nvSpPr>
          <p:spPr>
            <a:xfrm>
              <a:off x="471195" y="2133991"/>
              <a:ext cx="1102567" cy="369332"/>
            </a:xfrm>
            <a:prstGeom prst="rect">
              <a:avLst/>
            </a:prstGeom>
            <a:solidFill>
              <a:srgbClr val="B1E5FF"/>
            </a:solidFill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#B1E5FF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367E4EF-00D2-0B5B-66A4-C67B32BE6F56}"/>
              </a:ext>
            </a:extLst>
          </p:cNvPr>
          <p:cNvSpPr/>
          <p:nvPr/>
        </p:nvSpPr>
        <p:spPr>
          <a:xfrm>
            <a:off x="3454201" y="1101007"/>
            <a:ext cx="1203649" cy="1091682"/>
          </a:xfrm>
          <a:prstGeom prst="rect">
            <a:avLst/>
          </a:prstGeom>
          <a:solidFill>
            <a:srgbClr val="01CE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#01CED1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62EE7E-F118-49B2-C84F-7C1D1907E732}"/>
              </a:ext>
            </a:extLst>
          </p:cNvPr>
          <p:cNvSpPr/>
          <p:nvPr/>
        </p:nvSpPr>
        <p:spPr>
          <a:xfrm>
            <a:off x="5016282" y="1101007"/>
            <a:ext cx="1203649" cy="1091682"/>
          </a:xfrm>
          <a:prstGeom prst="rect">
            <a:avLst/>
          </a:prstGeom>
          <a:solidFill>
            <a:srgbClr val="311D6B"/>
          </a:solidFill>
          <a:ln>
            <a:solidFill>
              <a:srgbClr val="311D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#311D6B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0DFDA0-18B4-6151-936F-8DAFE725CCCC}"/>
              </a:ext>
            </a:extLst>
          </p:cNvPr>
          <p:cNvSpPr/>
          <p:nvPr/>
        </p:nvSpPr>
        <p:spPr>
          <a:xfrm>
            <a:off x="6578363" y="1101007"/>
            <a:ext cx="1203649" cy="109168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#FFFFFF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9F48D1-F728-C9EA-7820-6CB51F828A94}"/>
              </a:ext>
            </a:extLst>
          </p:cNvPr>
          <p:cNvSpPr/>
          <p:nvPr/>
        </p:nvSpPr>
        <p:spPr>
          <a:xfrm>
            <a:off x="2164081" y="3016886"/>
            <a:ext cx="1118742" cy="1091682"/>
          </a:xfrm>
          <a:prstGeom prst="rect">
            <a:avLst/>
          </a:prstGeom>
          <a:solidFill>
            <a:srgbClr val="FFB63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#FFB63A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FA345B-0740-CD91-435F-9C48D2C105AD}"/>
              </a:ext>
            </a:extLst>
          </p:cNvPr>
          <p:cNvSpPr/>
          <p:nvPr/>
        </p:nvSpPr>
        <p:spPr>
          <a:xfrm>
            <a:off x="2164080" y="4273886"/>
            <a:ext cx="1118742" cy="1091683"/>
          </a:xfrm>
          <a:prstGeom prst="rect">
            <a:avLst/>
          </a:prstGeom>
          <a:solidFill>
            <a:srgbClr val="FF403E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#FF403E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23AB81-319A-B46C-24DC-E1AFDFC48382}"/>
              </a:ext>
            </a:extLst>
          </p:cNvPr>
          <p:cNvSpPr/>
          <p:nvPr/>
        </p:nvSpPr>
        <p:spPr>
          <a:xfrm>
            <a:off x="2164080" y="5530886"/>
            <a:ext cx="1118742" cy="1091681"/>
          </a:xfrm>
          <a:prstGeom prst="rect">
            <a:avLst/>
          </a:prstGeom>
          <a:solidFill>
            <a:srgbClr val="868FE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#868FE5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8CBE70-478A-180D-51E1-E963EA194C85}"/>
              </a:ext>
            </a:extLst>
          </p:cNvPr>
          <p:cNvSpPr/>
          <p:nvPr/>
        </p:nvSpPr>
        <p:spPr>
          <a:xfrm>
            <a:off x="3820266" y="2998604"/>
            <a:ext cx="1118742" cy="1091682"/>
          </a:xfrm>
          <a:prstGeom prst="rect">
            <a:avLst/>
          </a:prstGeom>
          <a:solidFill>
            <a:srgbClr val="00C5B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#00C5BC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0B6A15-8141-92F3-AEC5-399FEC274865}"/>
              </a:ext>
            </a:extLst>
          </p:cNvPr>
          <p:cNvSpPr/>
          <p:nvPr/>
        </p:nvSpPr>
        <p:spPr>
          <a:xfrm>
            <a:off x="3820266" y="4273885"/>
            <a:ext cx="1118742" cy="1091683"/>
          </a:xfrm>
          <a:prstGeom prst="rect">
            <a:avLst/>
          </a:prstGeom>
          <a:solidFill>
            <a:srgbClr val="37CAC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#37CAC3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B1FA4-9559-F247-6BA5-C24AA2ACE33F}"/>
              </a:ext>
            </a:extLst>
          </p:cNvPr>
          <p:cNvSpPr/>
          <p:nvPr/>
        </p:nvSpPr>
        <p:spPr>
          <a:xfrm>
            <a:off x="3820266" y="5530884"/>
            <a:ext cx="1118742" cy="1091683"/>
          </a:xfrm>
          <a:prstGeom prst="rect">
            <a:avLst/>
          </a:prstGeom>
          <a:solidFill>
            <a:srgbClr val="5BD1CA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#37CAC3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23FB2-3F26-BEFA-954E-0F6CB1C92F66}"/>
              </a:ext>
            </a:extLst>
          </p:cNvPr>
          <p:cNvSpPr/>
          <p:nvPr/>
        </p:nvSpPr>
        <p:spPr>
          <a:xfrm>
            <a:off x="5536629" y="3016885"/>
            <a:ext cx="1118742" cy="1091683"/>
          </a:xfrm>
          <a:prstGeom prst="rect">
            <a:avLst/>
          </a:prstGeom>
          <a:solidFill>
            <a:srgbClr val="5BD1CA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#78D3CE</a:t>
            </a:r>
          </a:p>
        </p:txBody>
      </p:sp>
    </p:spTree>
    <p:extLst>
      <p:ext uri="{BB962C8B-B14F-4D97-AF65-F5344CB8AC3E}">
        <p14:creationId xmlns:p14="http://schemas.microsoft.com/office/powerpoint/2010/main" val="16072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D5CA883-A748-7935-CE32-0B04D0738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60" y="-111760"/>
            <a:ext cx="9569302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017692-59FF-F352-A09B-51DF873CC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35" y="1250737"/>
            <a:ext cx="3495113" cy="25048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76218B6-DAB2-ABC8-AB08-C3C03BE1C6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405" y="1656326"/>
            <a:ext cx="3362960" cy="139600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538AD3B-88E0-5842-9AEC-E6C4753227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5009"/>
            <a:ext cx="4156031" cy="415603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6654A84-F641-F5EF-135E-BC083AA76731}"/>
              </a:ext>
            </a:extLst>
          </p:cNvPr>
          <p:cNvSpPr/>
          <p:nvPr/>
        </p:nvSpPr>
        <p:spPr>
          <a:xfrm>
            <a:off x="4277949" y="4206240"/>
            <a:ext cx="3443651" cy="184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5A7FC0E-0C3B-BF5C-CD4B-B6ECBD49D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426" y="3870569"/>
            <a:ext cx="3495112" cy="250483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A6A0DA3-8EE3-4AC5-4634-EAE03A7A6A77}"/>
              </a:ext>
            </a:extLst>
          </p:cNvPr>
          <p:cNvSpPr/>
          <p:nvPr/>
        </p:nvSpPr>
        <p:spPr>
          <a:xfrm>
            <a:off x="8035971" y="1446192"/>
            <a:ext cx="3443651" cy="184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D20288-0B09-9279-102E-5D354F9E4672}"/>
              </a:ext>
            </a:extLst>
          </p:cNvPr>
          <p:cNvSpPr/>
          <p:nvPr/>
        </p:nvSpPr>
        <p:spPr>
          <a:xfrm>
            <a:off x="8145251" y="4124960"/>
            <a:ext cx="3443651" cy="184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4D7EC28-F98A-352C-B119-DB0E45FD44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251" y="3253333"/>
            <a:ext cx="3495113" cy="349511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A0D6193-CD6C-2F81-0427-DD22D47645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71" y="1656326"/>
            <a:ext cx="3252247" cy="13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47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3DA99D3-F465-3DB9-9648-0D412626713A}"/>
              </a:ext>
            </a:extLst>
          </p:cNvPr>
          <p:cNvGrpSpPr/>
          <p:nvPr/>
        </p:nvGrpSpPr>
        <p:grpSpPr>
          <a:xfrm>
            <a:off x="8825278" y="0"/>
            <a:ext cx="3366722" cy="6858000"/>
            <a:chOff x="8666331" y="315797"/>
            <a:chExt cx="3366722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5B36D9B-779A-2EEA-ACD1-4D9CA9AE1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83A663-52B3-2DE7-DD75-662845B9D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4151B6-C242-0D2D-3F2A-DB30690427D2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69633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61B10-2FF1-FCD1-4EC9-1FCA6163C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4623FD8-EBBA-96BF-B742-00908886E9FD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Landing Page - Mobile</a:t>
            </a:r>
            <a:endParaRPr lang="en-IN" sz="36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26E7D2-A8A9-BBD5-A201-FCCA442A712D}"/>
              </a:ext>
            </a:extLst>
          </p:cNvPr>
          <p:cNvGrpSpPr/>
          <p:nvPr/>
        </p:nvGrpSpPr>
        <p:grpSpPr>
          <a:xfrm>
            <a:off x="1927341" y="0"/>
            <a:ext cx="3366722" cy="6858000"/>
            <a:chOff x="5062426" y="0"/>
            <a:chExt cx="3366722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94F7CD6-EB2D-9F0B-F36A-430FE89C83C3}"/>
                </a:ext>
              </a:extLst>
            </p:cNvPr>
            <p:cNvGrpSpPr/>
            <p:nvPr/>
          </p:nvGrpSpPr>
          <p:grpSpPr>
            <a:xfrm>
              <a:off x="5439696" y="507771"/>
              <a:ext cx="2605225" cy="5640771"/>
              <a:chOff x="1750142" y="893739"/>
              <a:chExt cx="2605225" cy="564077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32B778-D50B-A52F-5318-700BC86D4E37}"/>
                  </a:ext>
                </a:extLst>
              </p:cNvPr>
              <p:cNvSpPr txBox="1"/>
              <p:nvPr/>
            </p:nvSpPr>
            <p:spPr>
              <a:xfrm>
                <a:off x="1750142" y="893739"/>
                <a:ext cx="10618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01CED1"/>
                    </a:solidFill>
                  </a:rPr>
                  <a:t>WELLBEING</a:t>
                </a:r>
              </a:p>
              <a:p>
                <a:pPr algn="ctr"/>
                <a:r>
                  <a:rPr lang="en-US" sz="1400" dirty="0">
                    <a:solidFill>
                      <a:srgbClr val="01CED1"/>
                    </a:solidFill>
                  </a:rPr>
                  <a:t>BUDDY</a:t>
                </a:r>
                <a:endParaRPr lang="en-IN" sz="1400" dirty="0">
                  <a:solidFill>
                    <a:srgbClr val="01CED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AB06B2B-6EAC-3A64-DB40-3EDA6865FCF4}"/>
                  </a:ext>
                </a:extLst>
              </p:cNvPr>
              <p:cNvSpPr/>
              <p:nvPr/>
            </p:nvSpPr>
            <p:spPr>
              <a:xfrm>
                <a:off x="1941262" y="1512869"/>
                <a:ext cx="2414105" cy="333443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E1416E-6689-A8EA-8C60-EED99F1B8B15}"/>
                  </a:ext>
                </a:extLst>
              </p:cNvPr>
              <p:cNvSpPr txBox="1"/>
              <p:nvPr/>
            </p:nvSpPr>
            <p:spPr>
              <a:xfrm>
                <a:off x="1995481" y="2307268"/>
                <a:ext cx="230566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/>
                  <a:t>Hero Section</a:t>
                </a:r>
                <a:endParaRPr lang="en-IN" sz="3200" dirty="0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B6A556C-AA2A-3D01-B7EE-5AAACBB6F184}"/>
                  </a:ext>
                </a:extLst>
              </p:cNvPr>
              <p:cNvSpPr/>
              <p:nvPr/>
            </p:nvSpPr>
            <p:spPr>
              <a:xfrm>
                <a:off x="2407671" y="5534250"/>
                <a:ext cx="1349479" cy="443102"/>
              </a:xfrm>
              <a:prstGeom prst="roundRect">
                <a:avLst>
                  <a:gd name="adj" fmla="val 50000"/>
                </a:avLst>
              </a:prstGeom>
              <a:solidFill>
                <a:srgbClr val="01CED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Sign in as Teacher</a:t>
                </a:r>
                <a:endParaRPr lang="en-IN" sz="1100" dirty="0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E1302969-7906-957E-B909-555BDB6A89A6}"/>
                  </a:ext>
                </a:extLst>
              </p:cNvPr>
              <p:cNvSpPr/>
              <p:nvPr/>
            </p:nvSpPr>
            <p:spPr>
              <a:xfrm>
                <a:off x="2407670" y="6091408"/>
                <a:ext cx="1349480" cy="443102"/>
              </a:xfrm>
              <a:prstGeom prst="roundRect">
                <a:avLst>
                  <a:gd name="adj" fmla="val 50000"/>
                </a:avLst>
              </a:prstGeom>
              <a:solidFill>
                <a:srgbClr val="211D1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Sign in as Parent</a:t>
                </a:r>
                <a:endParaRPr lang="en-IN" sz="1100" dirty="0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69BAFE0-8033-4EE2-029A-22B5FB6B9D2B}"/>
                  </a:ext>
                </a:extLst>
              </p:cNvPr>
              <p:cNvSpPr/>
              <p:nvPr/>
            </p:nvSpPr>
            <p:spPr>
              <a:xfrm>
                <a:off x="2407671" y="4977092"/>
                <a:ext cx="1349479" cy="443102"/>
              </a:xfrm>
              <a:prstGeom prst="roundRect">
                <a:avLst>
                  <a:gd name="adj" fmla="val 50000"/>
                </a:avLst>
              </a:prstGeom>
              <a:solidFill>
                <a:srgbClr val="FF39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Sign in as Student</a:t>
                </a:r>
                <a:endParaRPr lang="en-IN" sz="1100" dirty="0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47B78E5-4F81-C048-AD8C-35A98BE764E7}"/>
                  </a:ext>
                </a:extLst>
              </p:cNvPr>
              <p:cNvSpPr/>
              <p:nvPr/>
            </p:nvSpPr>
            <p:spPr>
              <a:xfrm>
                <a:off x="3293483" y="933798"/>
                <a:ext cx="1061884" cy="443102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FF398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FF3986"/>
                    </a:solidFill>
                  </a:rPr>
                  <a:t>Admin Login</a:t>
                </a:r>
                <a:endParaRPr lang="en-IN" sz="1400" dirty="0">
                  <a:solidFill>
                    <a:srgbClr val="FF3986"/>
                  </a:solidFill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89E6AFA-65DD-F6F2-2BA6-BB005A61DFC1}"/>
                </a:ext>
              </a:extLst>
            </p:cNvPr>
            <p:cNvGrpSpPr/>
            <p:nvPr/>
          </p:nvGrpSpPr>
          <p:grpSpPr>
            <a:xfrm>
              <a:off x="5062426" y="0"/>
              <a:ext cx="3366722" cy="6858000"/>
              <a:chOff x="8666331" y="315797"/>
              <a:chExt cx="3366722" cy="685800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8531045-6184-A7CD-F1F6-64968226F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13755413-2C7E-50DB-546C-3E134BE004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93CCD5D-2B4B-5DDA-DA3D-217237585C56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619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6816B-9106-0F21-D687-580A89231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 TRACK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4275F5-AEEE-0D86-0490-1649BDC3A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2020840"/>
            <a:ext cx="6780700" cy="281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6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DBDD1-8950-1D91-A87C-45F3F17D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EE3AD90B-753C-628D-447A-7709B7C6B6C1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Sign In Page - Mobile</a:t>
            </a:r>
            <a:endParaRPr lang="en-IN" sz="3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A61B96-6AAB-D76A-A916-31550E4EAA61}"/>
              </a:ext>
            </a:extLst>
          </p:cNvPr>
          <p:cNvGrpSpPr/>
          <p:nvPr/>
        </p:nvGrpSpPr>
        <p:grpSpPr>
          <a:xfrm>
            <a:off x="5211632" y="225241"/>
            <a:ext cx="3203557" cy="6407518"/>
            <a:chOff x="8666331" y="315797"/>
            <a:chExt cx="3366722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515B086-DA3A-0BB5-0C6F-2F129780A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2579B75-308B-A098-F97F-5B2CB2FC4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385A7F6-EC90-E5D4-6668-79FEB7B7387C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63D4CB-5761-C066-C5B9-A253979FD198}"/>
              </a:ext>
            </a:extLst>
          </p:cNvPr>
          <p:cNvSpPr/>
          <p:nvPr/>
        </p:nvSpPr>
        <p:spPr>
          <a:xfrm>
            <a:off x="6185557" y="4303218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23FCD36-CB60-0BEC-7449-3CE9F24BD4F5}"/>
              </a:ext>
            </a:extLst>
          </p:cNvPr>
          <p:cNvSpPr/>
          <p:nvPr/>
        </p:nvSpPr>
        <p:spPr>
          <a:xfrm>
            <a:off x="5594499" y="221326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new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0B2D0D7-25E2-4F19-78C5-546274C5312E}"/>
              </a:ext>
            </a:extLst>
          </p:cNvPr>
          <p:cNvSpPr/>
          <p:nvPr/>
        </p:nvSpPr>
        <p:spPr>
          <a:xfrm>
            <a:off x="5580725" y="314508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Re-enter your new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CF5171-DC81-25A1-9FF4-9CC239AB24F2}"/>
              </a:ext>
            </a:extLst>
          </p:cNvPr>
          <p:cNvSpPr txBox="1"/>
          <p:nvPr/>
        </p:nvSpPr>
        <p:spPr>
          <a:xfrm>
            <a:off x="5510116" y="2880650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Confirm 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168B01-6B10-7FB7-829F-B443633BAC5E}"/>
              </a:ext>
            </a:extLst>
          </p:cNvPr>
          <p:cNvSpPr txBox="1"/>
          <p:nvPr/>
        </p:nvSpPr>
        <p:spPr>
          <a:xfrm>
            <a:off x="5541216" y="195069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597B29-3945-9406-05F9-CEC539A04673}"/>
              </a:ext>
            </a:extLst>
          </p:cNvPr>
          <p:cNvSpPr txBox="1"/>
          <p:nvPr/>
        </p:nvSpPr>
        <p:spPr>
          <a:xfrm>
            <a:off x="5483404" y="1476018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Change your password for safety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3CEF76A-6382-8045-6060-D8153A71BF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595" y="429473"/>
            <a:ext cx="833886" cy="83388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8FB0C3E2-316A-69FD-DE25-B969077D5DA5}"/>
              </a:ext>
            </a:extLst>
          </p:cNvPr>
          <p:cNvGrpSpPr/>
          <p:nvPr/>
        </p:nvGrpSpPr>
        <p:grpSpPr>
          <a:xfrm>
            <a:off x="1649265" y="225241"/>
            <a:ext cx="3203557" cy="6407518"/>
            <a:chOff x="8666331" y="315797"/>
            <a:chExt cx="3366722" cy="6858000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AE9746E-E2A4-C995-4B0E-000F399F4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01FCA9B9-5A87-D689-39BB-A9B89BCC5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1AAE988-D9CE-22C2-87EB-0418A4A85324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FB9C441-D57D-F44B-0583-C0B96B8F1D74}"/>
              </a:ext>
            </a:extLst>
          </p:cNvPr>
          <p:cNvSpPr/>
          <p:nvPr/>
        </p:nvSpPr>
        <p:spPr>
          <a:xfrm>
            <a:off x="2623190" y="4303218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Sign In</a:t>
            </a:r>
            <a:endParaRPr lang="en-IN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4B710CD-BD5D-E216-3D25-69E40DF20E89}"/>
              </a:ext>
            </a:extLst>
          </p:cNvPr>
          <p:cNvSpPr/>
          <p:nvPr/>
        </p:nvSpPr>
        <p:spPr>
          <a:xfrm>
            <a:off x="2032132" y="221326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email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E8559AD-547D-998B-CB7D-A6DDC39B7068}"/>
              </a:ext>
            </a:extLst>
          </p:cNvPr>
          <p:cNvSpPr/>
          <p:nvPr/>
        </p:nvSpPr>
        <p:spPr>
          <a:xfrm>
            <a:off x="2018358" y="314508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EDDE5A-C9E0-EEBD-77C7-66A50CD2864A}"/>
              </a:ext>
            </a:extLst>
          </p:cNvPr>
          <p:cNvSpPr txBox="1"/>
          <p:nvPr/>
        </p:nvSpPr>
        <p:spPr>
          <a:xfrm>
            <a:off x="1947749" y="2880650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64A700-C188-673B-0754-EEDDA3FF06EE}"/>
              </a:ext>
            </a:extLst>
          </p:cNvPr>
          <p:cNvSpPr txBox="1"/>
          <p:nvPr/>
        </p:nvSpPr>
        <p:spPr>
          <a:xfrm>
            <a:off x="1978849" y="195069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Email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38A7E1-8732-E07C-9E7E-C396AA20D0D7}"/>
              </a:ext>
            </a:extLst>
          </p:cNvPr>
          <p:cNvSpPr txBox="1"/>
          <p:nvPr/>
        </p:nvSpPr>
        <p:spPr>
          <a:xfrm>
            <a:off x="1921037" y="1476018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82BA037-5904-657C-5A9F-D40BE14CB5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28" y="429473"/>
            <a:ext cx="833886" cy="833886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EE9E1793-4348-8AEF-E41D-00BA56454686}"/>
              </a:ext>
            </a:extLst>
          </p:cNvPr>
          <p:cNvGrpSpPr/>
          <p:nvPr/>
        </p:nvGrpSpPr>
        <p:grpSpPr>
          <a:xfrm>
            <a:off x="8913541" y="336755"/>
            <a:ext cx="2969343" cy="6184490"/>
            <a:chOff x="1641986" y="673510"/>
            <a:chExt cx="2969343" cy="618449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DA9D5D9-47A0-FB7B-961C-78A588CD3607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D00AAE0-3618-FCA2-D72C-76CE6369269B}"/>
                </a:ext>
              </a:extLst>
            </p:cNvPr>
            <p:cNvGrpSpPr/>
            <p:nvPr/>
          </p:nvGrpSpPr>
          <p:grpSpPr>
            <a:xfrm>
              <a:off x="2458672" y="4638385"/>
              <a:ext cx="1349479" cy="518364"/>
              <a:chOff x="5806540" y="5001726"/>
              <a:chExt cx="1843549" cy="633382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F8F9A615-9998-ECE3-5FF1-75347CCDBEDF}"/>
                  </a:ext>
                </a:extLst>
              </p:cNvPr>
              <p:cNvSpPr/>
              <p:nvPr/>
            </p:nvSpPr>
            <p:spPr>
              <a:xfrm>
                <a:off x="5806540" y="5001726"/>
                <a:ext cx="1843549" cy="54142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Sign In</a:t>
                </a:r>
                <a:endParaRPr lang="en-IN" sz="1200" dirty="0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000EB6E6-3331-A39B-7890-4EF24F94B7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0322" y="5635108"/>
                <a:ext cx="22131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E211B20-9215-AE06-911D-85A11AA31117}"/>
              </a:ext>
            </a:extLst>
          </p:cNvPr>
          <p:cNvGrpSpPr/>
          <p:nvPr/>
        </p:nvGrpSpPr>
        <p:grpSpPr>
          <a:xfrm>
            <a:off x="8792725" y="218769"/>
            <a:ext cx="3203557" cy="6407518"/>
            <a:chOff x="8666331" y="315797"/>
            <a:chExt cx="3366722" cy="6858000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9472E8D3-7177-37D6-534F-42891923D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55D34D30-D7DD-19C2-1509-FA4873971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0AD6079-C1F7-A896-0FAC-FE297CB3E2B6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8FA9AAF8-FD50-E7E8-1EA2-4B6D6EB73E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224" y="384909"/>
            <a:ext cx="833886" cy="83388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2937A06-AA10-CC32-DCE3-4DED985BA16F}"/>
              </a:ext>
            </a:extLst>
          </p:cNvPr>
          <p:cNvSpPr txBox="1"/>
          <p:nvPr/>
        </p:nvSpPr>
        <p:spPr>
          <a:xfrm>
            <a:off x="9230479" y="3782091"/>
            <a:ext cx="2359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*Incorrect email or password. Try again.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3AA8364-F4A7-3DBD-DEEC-08B565D55653}"/>
              </a:ext>
            </a:extLst>
          </p:cNvPr>
          <p:cNvSpPr/>
          <p:nvPr/>
        </p:nvSpPr>
        <p:spPr>
          <a:xfrm>
            <a:off x="9172985" y="2231228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principal@springfield.edu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FCD0A43-C78C-758B-B975-1E7AB2FE34BF}"/>
              </a:ext>
            </a:extLst>
          </p:cNvPr>
          <p:cNvSpPr/>
          <p:nvPr/>
        </p:nvSpPr>
        <p:spPr>
          <a:xfrm>
            <a:off x="9159211" y="3163048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8Bo9j08h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714A2F-FFAB-DA85-AAC7-F654D0FBB232}"/>
              </a:ext>
            </a:extLst>
          </p:cNvPr>
          <p:cNvSpPr txBox="1"/>
          <p:nvPr/>
        </p:nvSpPr>
        <p:spPr>
          <a:xfrm>
            <a:off x="9088602" y="2898612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DFF6D2-D387-B5F4-B596-1126A797C7E4}"/>
              </a:ext>
            </a:extLst>
          </p:cNvPr>
          <p:cNvSpPr txBox="1"/>
          <p:nvPr/>
        </p:nvSpPr>
        <p:spPr>
          <a:xfrm>
            <a:off x="9119702" y="1968661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Email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829F20-84E3-10F6-BC53-A28E768E9ECB}"/>
              </a:ext>
            </a:extLst>
          </p:cNvPr>
          <p:cNvSpPr txBox="1"/>
          <p:nvPr/>
        </p:nvSpPr>
        <p:spPr>
          <a:xfrm>
            <a:off x="9088602" y="1422591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</p:spTree>
    <p:extLst>
      <p:ext uri="{BB962C8B-B14F-4D97-AF65-F5344CB8AC3E}">
        <p14:creationId xmlns:p14="http://schemas.microsoft.com/office/powerpoint/2010/main" val="4176072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5DF4-488D-3DC0-76B3-67176B086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4DF7933-3C52-5A32-5008-74D1C03F1551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Home Page No Details Uploaded State - Mobile</a:t>
            </a:r>
            <a:endParaRPr lang="en-IN" sz="3600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F0A9DD5-DECE-682E-FBFD-0CB835106BC9}"/>
              </a:ext>
            </a:extLst>
          </p:cNvPr>
          <p:cNvGrpSpPr/>
          <p:nvPr/>
        </p:nvGrpSpPr>
        <p:grpSpPr>
          <a:xfrm>
            <a:off x="1775384" y="225241"/>
            <a:ext cx="3203557" cy="6407518"/>
            <a:chOff x="8666331" y="315797"/>
            <a:chExt cx="3366722" cy="6858000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DBF4ACBC-4DF1-69EA-CCA7-D6DE5907B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A4212AA0-DBB7-B195-B139-46FC57C92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6591890-06FC-3527-ADC9-9D2EB46F934F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02" name="Picture 101">
            <a:extLst>
              <a:ext uri="{FF2B5EF4-FFF2-40B4-BE49-F238E27FC236}">
                <a16:creationId xmlns:a16="http://schemas.microsoft.com/office/drawing/2014/main" id="{A452C4F5-B408-B92F-B468-CEF11F5B9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19" y="587311"/>
            <a:ext cx="833886" cy="833886"/>
          </a:xfrm>
          <a:prstGeom prst="rect">
            <a:avLst/>
          </a:prstGeom>
        </p:spPr>
      </p:pic>
      <p:sp>
        <p:nvSpPr>
          <p:cNvPr id="103" name="Rounded Rectangle 55">
            <a:extLst>
              <a:ext uri="{FF2B5EF4-FFF2-40B4-BE49-F238E27FC236}">
                <a16:creationId xmlns:a16="http://schemas.microsoft.com/office/drawing/2014/main" id="{47F012AB-479B-07DB-3250-90E6B65B9D51}"/>
              </a:ext>
            </a:extLst>
          </p:cNvPr>
          <p:cNvSpPr/>
          <p:nvPr/>
        </p:nvSpPr>
        <p:spPr>
          <a:xfrm>
            <a:off x="4130579" y="738347"/>
            <a:ext cx="484268" cy="1708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B1B88DC-8308-9FBC-B5A7-8688798F1191}"/>
              </a:ext>
            </a:extLst>
          </p:cNvPr>
          <p:cNvSpPr txBox="1"/>
          <p:nvPr/>
        </p:nvSpPr>
        <p:spPr>
          <a:xfrm>
            <a:off x="2100369" y="1772116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4778BBB1-743A-7688-4B6F-D502205C2957}"/>
              </a:ext>
            </a:extLst>
          </p:cNvPr>
          <p:cNvSpPr/>
          <p:nvPr/>
        </p:nvSpPr>
        <p:spPr>
          <a:xfrm>
            <a:off x="2532761" y="4732183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Upload</a:t>
            </a:r>
            <a:endParaRPr lang="en-IN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BCE5484-527C-E58F-4682-006F8D20F22D}"/>
              </a:ext>
            </a:extLst>
          </p:cNvPr>
          <p:cNvSpPr txBox="1"/>
          <p:nvPr/>
        </p:nvSpPr>
        <p:spPr>
          <a:xfrm>
            <a:off x="2100369" y="1297319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430F122-EF0D-2BA1-672E-CEEFD87E5FBB}"/>
              </a:ext>
            </a:extLst>
          </p:cNvPr>
          <p:cNvSpPr txBox="1"/>
          <p:nvPr/>
        </p:nvSpPr>
        <p:spPr>
          <a:xfrm>
            <a:off x="2100369" y="2312294"/>
            <a:ext cx="214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Upload School details</a:t>
            </a:r>
            <a:endParaRPr lang="en-IN" sz="12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ABB7416-DFD4-64A5-A459-D56E236D68FC}"/>
              </a:ext>
            </a:extLst>
          </p:cNvPr>
          <p:cNvSpPr txBox="1"/>
          <p:nvPr/>
        </p:nvSpPr>
        <p:spPr>
          <a:xfrm>
            <a:off x="5686171" y="1642631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E74E40B-DE95-35D0-864B-BE9592C5267A}"/>
              </a:ext>
            </a:extLst>
          </p:cNvPr>
          <p:cNvGrpSpPr/>
          <p:nvPr/>
        </p:nvGrpSpPr>
        <p:grpSpPr>
          <a:xfrm>
            <a:off x="5293674" y="189274"/>
            <a:ext cx="3203557" cy="6407518"/>
            <a:chOff x="8666331" y="315797"/>
            <a:chExt cx="3366722" cy="6858000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E794630B-977A-99CB-A4D4-247282D22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B0BE9C8A-9D5F-2BA7-D80C-0897F42C8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ADCB909-69B1-0434-5791-7D97ABB51A9F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5D3F5E37-3C4F-788B-6CFE-74A183F2BE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810" y="516400"/>
            <a:ext cx="833886" cy="833886"/>
          </a:xfrm>
          <a:prstGeom prst="rect">
            <a:avLst/>
          </a:prstGeom>
        </p:spPr>
      </p:pic>
      <p:sp>
        <p:nvSpPr>
          <p:cNvPr id="66" name="Rounded Rectangle 55">
            <a:extLst>
              <a:ext uri="{FF2B5EF4-FFF2-40B4-BE49-F238E27FC236}">
                <a16:creationId xmlns:a16="http://schemas.microsoft.com/office/drawing/2014/main" id="{FA06BA33-42E2-DC5D-8753-248A8C0FE4DC}"/>
              </a:ext>
            </a:extLst>
          </p:cNvPr>
          <p:cNvSpPr/>
          <p:nvPr/>
        </p:nvSpPr>
        <p:spPr>
          <a:xfrm>
            <a:off x="7731163" y="661304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pic>
        <p:nvPicPr>
          <p:cNvPr id="88" name="Graphic 87" descr="Caret Down with solid fill">
            <a:extLst>
              <a:ext uri="{FF2B5EF4-FFF2-40B4-BE49-F238E27FC236}">
                <a16:creationId xmlns:a16="http://schemas.microsoft.com/office/drawing/2014/main" id="{3A654BF2-6637-D62E-CFDC-0A0507B21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234" y="4031215"/>
            <a:ext cx="346879" cy="346879"/>
          </a:xfrm>
          <a:prstGeom prst="rect">
            <a:avLst/>
          </a:prstGeom>
        </p:spPr>
      </p:pic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A76D081-F294-1979-FCF9-54CC5FC36FB9}"/>
              </a:ext>
            </a:extLst>
          </p:cNvPr>
          <p:cNvSpPr/>
          <p:nvPr/>
        </p:nvSpPr>
        <p:spPr>
          <a:xfrm>
            <a:off x="5627268" y="1822316"/>
            <a:ext cx="2528556" cy="36180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8FE6DB2-CBD2-7A0B-2ABD-14248F26018C}"/>
              </a:ext>
            </a:extLst>
          </p:cNvPr>
          <p:cNvSpPr/>
          <p:nvPr/>
        </p:nvSpPr>
        <p:spPr>
          <a:xfrm>
            <a:off x="5786927" y="2581334"/>
            <a:ext cx="2265933" cy="463160"/>
          </a:xfrm>
          <a:prstGeom prst="roundRect">
            <a:avLst/>
          </a:prstGeom>
          <a:noFill/>
          <a:ln>
            <a:solidFill>
              <a:srgbClr val="31D7D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Upload Teacher info</a:t>
            </a:r>
            <a:endParaRPr lang="en-IN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6483C5-BF88-DC24-C568-C7A6A9B95480}"/>
              </a:ext>
            </a:extLst>
          </p:cNvPr>
          <p:cNvSpPr txBox="1"/>
          <p:nvPr/>
        </p:nvSpPr>
        <p:spPr>
          <a:xfrm>
            <a:off x="5746263" y="2296353"/>
            <a:ext cx="1390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Teachers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18AB5F9-5BD4-A473-04A9-BBCC2E7AA5DA}"/>
              </a:ext>
            </a:extLst>
          </p:cNvPr>
          <p:cNvSpPr txBox="1"/>
          <p:nvPr/>
        </p:nvSpPr>
        <p:spPr>
          <a:xfrm>
            <a:off x="5741982" y="3250887"/>
            <a:ext cx="2046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Parents &amp; Students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55348B5-CE3F-0A75-2998-4DD18E5519C1}"/>
              </a:ext>
            </a:extLst>
          </p:cNvPr>
          <p:cNvSpPr/>
          <p:nvPr/>
        </p:nvSpPr>
        <p:spPr>
          <a:xfrm>
            <a:off x="5786926" y="3536680"/>
            <a:ext cx="2265933" cy="456450"/>
          </a:xfrm>
          <a:prstGeom prst="roundRect">
            <a:avLst/>
          </a:prstGeom>
          <a:noFill/>
          <a:ln>
            <a:solidFill>
              <a:srgbClr val="31D7D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Upload Parent &amp; Student info</a:t>
            </a:r>
            <a:endParaRPr lang="en-IN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94" name="Graphic 93" descr="Upload outline">
            <a:extLst>
              <a:ext uri="{FF2B5EF4-FFF2-40B4-BE49-F238E27FC236}">
                <a16:creationId xmlns:a16="http://schemas.microsoft.com/office/drawing/2014/main" id="{2A8DBF01-6996-BA39-4821-6513FFE221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96302" y="2654552"/>
            <a:ext cx="286989" cy="286989"/>
          </a:xfrm>
          <a:prstGeom prst="rect">
            <a:avLst/>
          </a:prstGeom>
        </p:spPr>
      </p:pic>
      <p:pic>
        <p:nvPicPr>
          <p:cNvPr id="95" name="Graphic 94" descr="Upload outline">
            <a:extLst>
              <a:ext uri="{FF2B5EF4-FFF2-40B4-BE49-F238E27FC236}">
                <a16:creationId xmlns:a16="http://schemas.microsoft.com/office/drawing/2014/main" id="{ED0288B5-2FD9-DE9B-5628-9FFA5656C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9416" y="3620476"/>
            <a:ext cx="286989" cy="286989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1C451A17-0622-C66E-FB48-E9664D25AC5F}"/>
              </a:ext>
            </a:extLst>
          </p:cNvPr>
          <p:cNvSpPr txBox="1"/>
          <p:nvPr/>
        </p:nvSpPr>
        <p:spPr>
          <a:xfrm>
            <a:off x="5731427" y="4138603"/>
            <a:ext cx="24282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u="sng" dirty="0">
                <a:solidFill>
                  <a:srgbClr val="FF3986"/>
                </a:solidFill>
              </a:rPr>
              <a:t>*Click here to download a demo excel format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03F5712-FEF2-4F23-F742-2A501EDDDC57}"/>
              </a:ext>
            </a:extLst>
          </p:cNvPr>
          <p:cNvSpPr txBox="1"/>
          <p:nvPr/>
        </p:nvSpPr>
        <p:spPr>
          <a:xfrm>
            <a:off x="5686171" y="1205397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D0FEC38B-87C1-E7C6-D93B-C3BE8764AFF7}"/>
              </a:ext>
            </a:extLst>
          </p:cNvPr>
          <p:cNvSpPr/>
          <p:nvPr/>
        </p:nvSpPr>
        <p:spPr>
          <a:xfrm>
            <a:off x="6052308" y="4711314"/>
            <a:ext cx="1651721" cy="503942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23409B-7646-B4FB-4E89-2C1FC62FCEA6}"/>
              </a:ext>
            </a:extLst>
          </p:cNvPr>
          <p:cNvGrpSpPr/>
          <p:nvPr/>
        </p:nvGrpSpPr>
        <p:grpSpPr>
          <a:xfrm>
            <a:off x="8860232" y="185627"/>
            <a:ext cx="3203557" cy="6407518"/>
            <a:chOff x="1477459" y="279729"/>
            <a:chExt cx="3203557" cy="64075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AE8D875-39E8-DAA1-B8F5-23B1299E4E74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D053AC3-37DF-6BCB-E76A-B6B12FF871A9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C1498AB4-5E53-CEF0-B370-F5DB13A0393C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585186E1-02F6-A148-76A2-1A9F0D3783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Rounded Rectangle 55">
                  <a:extLst>
                    <a:ext uri="{FF2B5EF4-FFF2-40B4-BE49-F238E27FC236}">
                      <a16:creationId xmlns:a16="http://schemas.microsoft.com/office/drawing/2014/main" id="{DFB8EA92-96D6-3665-AD2C-231208925DA4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92037B-D4D5-0D95-A2D1-752F638CD358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183C89-A493-14E0-DD82-8A745F264286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67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3986"/>
                    </a:solidFill>
                  </a:rPr>
                  <a:t>Home</a:t>
                </a:r>
                <a:r>
                  <a:rPr lang="en-US" dirty="0"/>
                  <a:t>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Manage School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Profile</a:t>
                </a:r>
                <a:endParaRPr lang="en-IN" dirty="0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DACCAD1-9477-5679-D463-FAF40FEF6A40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6EAB93D3-B509-2BEC-E3DE-5214E6FED2BC}"/>
                  </a:ext>
                </a:extLst>
              </p:cNvPr>
              <p:cNvCxnSpPr/>
              <p:nvPr/>
            </p:nvCxnSpPr>
            <p:spPr>
              <a:xfrm>
                <a:off x="6002691" y="3100672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7E6B6C8-652E-F6A1-0228-D5907D5707BE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07AE72A1-A183-0415-9549-5CE0968CC2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697FAEA-670B-4E20-7C21-7AE0BE776A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40750A6-F4CC-2AE1-69D9-51247A972FC6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43396E-6A22-50A3-6EF5-37FB4156242C}"/>
                </a:ext>
              </a:extLst>
            </p:cNvPr>
            <p:cNvSpPr txBox="1"/>
            <p:nvPr/>
          </p:nvSpPr>
          <p:spPr>
            <a:xfrm>
              <a:off x="2159935" y="1377044"/>
              <a:ext cx="1902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Admin Full Name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0ED8575-78CC-A411-497A-B1F77094E5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3670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29049812-7B21-F28C-40FD-008CF17278A5}"/>
              </a:ext>
            </a:extLst>
          </p:cNvPr>
          <p:cNvSpPr txBox="1"/>
          <p:nvPr/>
        </p:nvSpPr>
        <p:spPr>
          <a:xfrm>
            <a:off x="2273499" y="1752741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B812F5-E2A4-DA18-0C8E-A2029762976B}"/>
              </a:ext>
            </a:extLst>
          </p:cNvPr>
          <p:cNvSpPr txBox="1"/>
          <p:nvPr/>
        </p:nvSpPr>
        <p:spPr>
          <a:xfrm>
            <a:off x="5849455" y="1777979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76341DE-C507-E653-2E3A-D0535A057384}"/>
              </a:ext>
            </a:extLst>
          </p:cNvPr>
          <p:cNvGrpSpPr/>
          <p:nvPr/>
        </p:nvGrpSpPr>
        <p:grpSpPr>
          <a:xfrm>
            <a:off x="5468128" y="160808"/>
            <a:ext cx="3203557" cy="6407518"/>
            <a:chOff x="8666331" y="315797"/>
            <a:chExt cx="3366722" cy="6858000"/>
          </a:xfrm>
        </p:grpSpPr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F53B937F-B16A-6C97-1C05-EAF10ABE4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254E99AB-7593-FDAC-F7F9-11EE9427E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99026A5-7562-0A99-D99A-7EED3130709F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56" name="Picture 155">
            <a:extLst>
              <a:ext uri="{FF2B5EF4-FFF2-40B4-BE49-F238E27FC236}">
                <a16:creationId xmlns:a16="http://schemas.microsoft.com/office/drawing/2014/main" id="{7646C55D-0DCE-A9FD-83AA-1D1E6CC2D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264" y="487934"/>
            <a:ext cx="833886" cy="833886"/>
          </a:xfrm>
          <a:prstGeom prst="rect">
            <a:avLst/>
          </a:prstGeom>
        </p:spPr>
      </p:pic>
      <p:sp>
        <p:nvSpPr>
          <p:cNvPr id="157" name="Rounded Rectangle 55">
            <a:extLst>
              <a:ext uri="{FF2B5EF4-FFF2-40B4-BE49-F238E27FC236}">
                <a16:creationId xmlns:a16="http://schemas.microsoft.com/office/drawing/2014/main" id="{A2D8EE1E-C5A1-5811-0D35-EA2058DF2935}"/>
              </a:ext>
            </a:extLst>
          </p:cNvPr>
          <p:cNvSpPr/>
          <p:nvPr/>
        </p:nvSpPr>
        <p:spPr>
          <a:xfrm>
            <a:off x="7905617" y="632838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70F2D6B-95AE-60FA-E9D4-B2D7A8A0EA20}"/>
              </a:ext>
            </a:extLst>
          </p:cNvPr>
          <p:cNvSpPr txBox="1"/>
          <p:nvPr/>
        </p:nvSpPr>
        <p:spPr>
          <a:xfrm>
            <a:off x="5860626" y="1176931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2CE6EDE1-58DC-ECCD-053A-6F62CDAD91AE}"/>
              </a:ext>
            </a:extLst>
          </p:cNvPr>
          <p:cNvSpPr/>
          <p:nvPr/>
        </p:nvSpPr>
        <p:spPr>
          <a:xfrm>
            <a:off x="5814004" y="1952991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FEE41F6F-0380-8A85-670B-515E140AD0A9}"/>
              </a:ext>
            </a:extLst>
          </p:cNvPr>
          <p:cNvSpPr/>
          <p:nvPr/>
        </p:nvSpPr>
        <p:spPr>
          <a:xfrm>
            <a:off x="5935378" y="2631053"/>
            <a:ext cx="2321432" cy="486448"/>
          </a:xfrm>
          <a:prstGeom prst="roundRect">
            <a:avLst/>
          </a:prstGeom>
          <a:noFill/>
          <a:ln w="12700">
            <a:solidFill>
              <a:srgbClr val="31D7D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accent6"/>
                </a:solidFill>
              </a:rPr>
              <a:t>Upload Success, click to re-upload</a:t>
            </a:r>
            <a:endParaRPr lang="en-IN" sz="1100" dirty="0">
              <a:solidFill>
                <a:schemeClr val="accent6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0446148-3311-F908-1E23-3FFE3A8D125E}"/>
              </a:ext>
            </a:extLst>
          </p:cNvPr>
          <p:cNvSpPr txBox="1"/>
          <p:nvPr/>
        </p:nvSpPr>
        <p:spPr>
          <a:xfrm>
            <a:off x="5896835" y="2365744"/>
            <a:ext cx="1390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Teachers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C51B92D8-1E7D-576A-1F41-2964F7EA02A7}"/>
              </a:ext>
            </a:extLst>
          </p:cNvPr>
          <p:cNvSpPr txBox="1"/>
          <p:nvPr/>
        </p:nvSpPr>
        <p:spPr>
          <a:xfrm>
            <a:off x="5879486" y="3348828"/>
            <a:ext cx="2046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Parents &amp; Students</a:t>
            </a: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F8F66F3C-9AFF-47D0-5D2D-C4C7235E8346}"/>
              </a:ext>
            </a:extLst>
          </p:cNvPr>
          <p:cNvSpPr/>
          <p:nvPr/>
        </p:nvSpPr>
        <p:spPr>
          <a:xfrm>
            <a:off x="5935377" y="3625736"/>
            <a:ext cx="2321432" cy="456450"/>
          </a:xfrm>
          <a:prstGeom prst="roundRect">
            <a:avLst/>
          </a:prstGeom>
          <a:noFill/>
          <a:ln w="12700">
            <a:solidFill>
              <a:srgbClr val="31D7D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accent6"/>
                </a:solidFill>
              </a:rPr>
              <a:t>Upload Success, click to re-</a:t>
            </a:r>
          </a:p>
          <a:p>
            <a:r>
              <a:rPr lang="en-US" sz="1100" dirty="0">
                <a:solidFill>
                  <a:schemeClr val="accent6"/>
                </a:solidFill>
              </a:rPr>
              <a:t>upload</a:t>
            </a:r>
            <a:endParaRPr lang="en-IN" sz="1100" dirty="0">
              <a:solidFill>
                <a:schemeClr val="accent6"/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FEA238E-5CF7-57DF-F6D8-8477890EF0FB}"/>
              </a:ext>
            </a:extLst>
          </p:cNvPr>
          <p:cNvSpPr txBox="1"/>
          <p:nvPr/>
        </p:nvSpPr>
        <p:spPr>
          <a:xfrm>
            <a:off x="5891832" y="4188330"/>
            <a:ext cx="24282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u="sng" dirty="0">
                <a:solidFill>
                  <a:srgbClr val="FF3986"/>
                </a:solidFill>
              </a:rPr>
              <a:t>*Click here to download a demo excel format</a:t>
            </a: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06FE34EA-E028-6E16-A9FE-F44BD41FDB75}"/>
              </a:ext>
            </a:extLst>
          </p:cNvPr>
          <p:cNvSpPr/>
          <p:nvPr/>
        </p:nvSpPr>
        <p:spPr>
          <a:xfrm>
            <a:off x="6280113" y="4666397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EC1037D5-025A-52E3-296F-41EC25738C0E}"/>
              </a:ext>
            </a:extLst>
          </p:cNvPr>
          <p:cNvGrpSpPr/>
          <p:nvPr/>
        </p:nvGrpSpPr>
        <p:grpSpPr>
          <a:xfrm>
            <a:off x="7818311" y="3705604"/>
            <a:ext cx="359947" cy="310565"/>
            <a:chOff x="12026236" y="3145507"/>
            <a:chExt cx="359947" cy="310565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2CFFAEFF-D1BB-7DD5-A56C-8AE548653311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E7BA4D8C-0AEE-D000-9F1A-D4D6DA9E0F2D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4FA6BC53-81A5-1CB7-D767-4C2350D3B6CD}"/>
              </a:ext>
            </a:extLst>
          </p:cNvPr>
          <p:cNvGrpSpPr/>
          <p:nvPr/>
        </p:nvGrpSpPr>
        <p:grpSpPr>
          <a:xfrm>
            <a:off x="7805720" y="2728922"/>
            <a:ext cx="359947" cy="310565"/>
            <a:chOff x="12026236" y="3145507"/>
            <a:chExt cx="359947" cy="310565"/>
          </a:xfrm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166B0B5-42D3-0AE9-C381-2F3D42673E84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D5F0111E-5ECC-EFF6-2800-10DB883C38A1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68597D2-3ADF-7502-151D-1C684735ED89}"/>
              </a:ext>
            </a:extLst>
          </p:cNvPr>
          <p:cNvGrpSpPr/>
          <p:nvPr/>
        </p:nvGrpSpPr>
        <p:grpSpPr>
          <a:xfrm>
            <a:off x="1881001" y="145069"/>
            <a:ext cx="3203557" cy="6407518"/>
            <a:chOff x="8666331" y="315797"/>
            <a:chExt cx="3366722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DF5FD8-9C23-2CDF-07BE-FD9ADE4F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B63325E-66D7-4C4E-25D5-B83EF6667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D309D8-4C98-2C5D-F683-3260F5D35B71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928963C-AAC5-5A14-D312-91286E3220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137" y="472195"/>
            <a:ext cx="833886" cy="833886"/>
          </a:xfrm>
          <a:prstGeom prst="rect">
            <a:avLst/>
          </a:prstGeom>
        </p:spPr>
      </p:pic>
      <p:sp>
        <p:nvSpPr>
          <p:cNvPr id="9" name="Rounded Rectangle 55">
            <a:extLst>
              <a:ext uri="{FF2B5EF4-FFF2-40B4-BE49-F238E27FC236}">
                <a16:creationId xmlns:a16="http://schemas.microsoft.com/office/drawing/2014/main" id="{8EBF1BDA-D897-8CE4-1A9C-98ECBF9997C8}"/>
              </a:ext>
            </a:extLst>
          </p:cNvPr>
          <p:cNvSpPr/>
          <p:nvPr/>
        </p:nvSpPr>
        <p:spPr>
          <a:xfrm>
            <a:off x="4318490" y="61709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AB19E8-EB27-CDE8-5F0F-1BC427EC59E6}"/>
              </a:ext>
            </a:extLst>
          </p:cNvPr>
          <p:cNvSpPr txBox="1"/>
          <p:nvPr/>
        </p:nvSpPr>
        <p:spPr>
          <a:xfrm>
            <a:off x="2273499" y="116119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ED275A-8101-E2D3-3FE7-AADFF595CA42}"/>
              </a:ext>
            </a:extLst>
          </p:cNvPr>
          <p:cNvSpPr/>
          <p:nvPr/>
        </p:nvSpPr>
        <p:spPr>
          <a:xfrm>
            <a:off x="2226877" y="193725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5B612D5-7151-17AA-60B1-871F6F3C615D}"/>
              </a:ext>
            </a:extLst>
          </p:cNvPr>
          <p:cNvSpPr/>
          <p:nvPr/>
        </p:nvSpPr>
        <p:spPr>
          <a:xfrm>
            <a:off x="2348251" y="2615314"/>
            <a:ext cx="2321432" cy="486448"/>
          </a:xfrm>
          <a:prstGeom prst="roundRect">
            <a:avLst/>
          </a:prstGeom>
          <a:noFill/>
          <a:ln w="12700"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accent6"/>
                </a:solidFill>
              </a:rPr>
              <a:t>Upload Success, click to re-upload</a:t>
            </a:r>
            <a:endParaRPr lang="en-IN" sz="1100" dirty="0">
              <a:solidFill>
                <a:schemeClr val="accent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0B0FD0-0890-94D4-A6BD-8BEAB281E33A}"/>
              </a:ext>
            </a:extLst>
          </p:cNvPr>
          <p:cNvSpPr txBox="1"/>
          <p:nvPr/>
        </p:nvSpPr>
        <p:spPr>
          <a:xfrm>
            <a:off x="2329372" y="2330341"/>
            <a:ext cx="1390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Teachers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8AF2EA-53EA-62A6-6344-39E681FBA506}"/>
              </a:ext>
            </a:extLst>
          </p:cNvPr>
          <p:cNvSpPr txBox="1"/>
          <p:nvPr/>
        </p:nvSpPr>
        <p:spPr>
          <a:xfrm>
            <a:off x="2321855" y="3333089"/>
            <a:ext cx="2046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Parents &amp; Students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B5365C-907C-8E5F-9215-5DE795696A55}"/>
              </a:ext>
            </a:extLst>
          </p:cNvPr>
          <p:cNvSpPr/>
          <p:nvPr/>
        </p:nvSpPr>
        <p:spPr>
          <a:xfrm>
            <a:off x="2318753" y="3609997"/>
            <a:ext cx="2350929" cy="45645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rgbClr val="FF0000"/>
                </a:solidFill>
              </a:rPr>
              <a:t>Upload failed, click to re-</a:t>
            </a:r>
          </a:p>
          <a:p>
            <a:r>
              <a:rPr lang="en-US" sz="1100" dirty="0">
                <a:solidFill>
                  <a:srgbClr val="FF0000"/>
                </a:solidFill>
              </a:rPr>
              <a:t>upload</a:t>
            </a:r>
            <a:endParaRPr lang="en-IN" sz="11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EDE397-CAE4-FC9E-6023-BB7EEBBA060E}"/>
              </a:ext>
            </a:extLst>
          </p:cNvPr>
          <p:cNvSpPr txBox="1"/>
          <p:nvPr/>
        </p:nvSpPr>
        <p:spPr>
          <a:xfrm>
            <a:off x="2304705" y="4172591"/>
            <a:ext cx="24282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u="sng" dirty="0">
                <a:solidFill>
                  <a:srgbClr val="FF3986"/>
                </a:solidFill>
              </a:rPr>
              <a:t>*Click here to download a demo excel format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221997-5062-15E6-8AF0-DC258AF930F9}"/>
              </a:ext>
            </a:extLst>
          </p:cNvPr>
          <p:cNvSpPr/>
          <p:nvPr/>
        </p:nvSpPr>
        <p:spPr>
          <a:xfrm>
            <a:off x="2692986" y="4650658"/>
            <a:ext cx="1651721" cy="503942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998C7C2-1ADC-C3E5-8F6F-DF07B69205E5}"/>
              </a:ext>
            </a:extLst>
          </p:cNvPr>
          <p:cNvGrpSpPr/>
          <p:nvPr/>
        </p:nvGrpSpPr>
        <p:grpSpPr>
          <a:xfrm>
            <a:off x="4245246" y="3682234"/>
            <a:ext cx="359947" cy="338554"/>
            <a:chOff x="12045900" y="3145507"/>
            <a:chExt cx="359947" cy="338554"/>
          </a:xfrm>
          <a:noFill/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064B8D-9FDA-261A-8441-1F150ABF29F4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705D20-5D6B-6AF5-1CA6-50672CEF9566}"/>
                </a:ext>
              </a:extLst>
            </p:cNvPr>
            <p:cNvSpPr txBox="1"/>
            <p:nvPr/>
          </p:nvSpPr>
          <p:spPr>
            <a:xfrm>
              <a:off x="12045900" y="3145507"/>
              <a:ext cx="359947" cy="33855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X</a:t>
              </a:r>
              <a:endParaRPr lang="en-IN" sz="1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B2D17F3-FD54-CF53-F25A-AC0AF763624A}"/>
              </a:ext>
            </a:extLst>
          </p:cNvPr>
          <p:cNvGrpSpPr/>
          <p:nvPr/>
        </p:nvGrpSpPr>
        <p:grpSpPr>
          <a:xfrm>
            <a:off x="4218593" y="2713183"/>
            <a:ext cx="359947" cy="310565"/>
            <a:chOff x="12026236" y="3145507"/>
            <a:chExt cx="359947" cy="31056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EA5CC13-7C6D-E095-ED22-46374E4897F3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55236F2-42B1-C9A6-0426-EBC03B1AF800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DED3F84-736F-7EF8-C5DE-939E1F9B01DE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Home Page Schools Details Upload - Mobile</a:t>
            </a:r>
            <a:endParaRPr lang="en-IN" sz="36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A5F21A7-AEEC-0F27-8CB4-24133A449C2E}"/>
              </a:ext>
            </a:extLst>
          </p:cNvPr>
          <p:cNvSpPr txBox="1"/>
          <p:nvPr/>
        </p:nvSpPr>
        <p:spPr>
          <a:xfrm>
            <a:off x="9321575" y="1762240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14A0109-7097-C86D-3575-D6C9CD0667B8}"/>
              </a:ext>
            </a:extLst>
          </p:cNvPr>
          <p:cNvGrpSpPr/>
          <p:nvPr/>
        </p:nvGrpSpPr>
        <p:grpSpPr>
          <a:xfrm>
            <a:off x="8940248" y="145069"/>
            <a:ext cx="3203557" cy="6407518"/>
            <a:chOff x="8666331" y="315797"/>
            <a:chExt cx="3366722" cy="6858000"/>
          </a:xfrm>
        </p:grpSpPr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A784B3AB-2418-A2B6-427F-778B4AECF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48DCD35F-B899-A255-CD4D-30C46B34E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2455AF7-F2DE-A31C-50D8-E1263E2349CD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39" name="Picture 138">
            <a:extLst>
              <a:ext uri="{FF2B5EF4-FFF2-40B4-BE49-F238E27FC236}">
                <a16:creationId xmlns:a16="http://schemas.microsoft.com/office/drawing/2014/main" id="{72358562-BA62-3631-9D59-DDB82C7FC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384" y="472195"/>
            <a:ext cx="833886" cy="833886"/>
          </a:xfrm>
          <a:prstGeom prst="rect">
            <a:avLst/>
          </a:prstGeom>
        </p:spPr>
      </p:pic>
      <p:sp>
        <p:nvSpPr>
          <p:cNvPr id="140" name="Rounded Rectangle 55">
            <a:extLst>
              <a:ext uri="{FF2B5EF4-FFF2-40B4-BE49-F238E27FC236}">
                <a16:creationId xmlns:a16="http://schemas.microsoft.com/office/drawing/2014/main" id="{AC293C46-5B3E-AEB9-56C1-9924E6A77B8F}"/>
              </a:ext>
            </a:extLst>
          </p:cNvPr>
          <p:cNvSpPr/>
          <p:nvPr/>
        </p:nvSpPr>
        <p:spPr>
          <a:xfrm>
            <a:off x="11377737" y="61709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E25265C-3445-62A5-AB2E-BDEB11F1F55D}"/>
              </a:ext>
            </a:extLst>
          </p:cNvPr>
          <p:cNvSpPr txBox="1"/>
          <p:nvPr/>
        </p:nvSpPr>
        <p:spPr>
          <a:xfrm>
            <a:off x="9332746" y="116119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8DA8A28B-0A71-26E1-A7D2-26705B5484CA}"/>
              </a:ext>
            </a:extLst>
          </p:cNvPr>
          <p:cNvSpPr/>
          <p:nvPr/>
        </p:nvSpPr>
        <p:spPr>
          <a:xfrm>
            <a:off x="9286124" y="193725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B05B172-31DF-228E-5EC0-4192CB3182D3}"/>
              </a:ext>
            </a:extLst>
          </p:cNvPr>
          <p:cNvSpPr txBox="1"/>
          <p:nvPr/>
        </p:nvSpPr>
        <p:spPr>
          <a:xfrm>
            <a:off x="9278384" y="2281181"/>
            <a:ext cx="2551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Registration is under process… 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BF8AB15-0CF3-EAC1-5EEF-462D2C31475E}"/>
              </a:ext>
            </a:extLst>
          </p:cNvPr>
          <p:cNvSpPr txBox="1"/>
          <p:nvPr/>
        </p:nvSpPr>
        <p:spPr>
          <a:xfrm>
            <a:off x="9550534" y="4108699"/>
            <a:ext cx="1999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3986"/>
                </a:solidFill>
              </a:rPr>
              <a:t>Do not close or go back</a:t>
            </a:r>
          </a:p>
        </p:txBody>
      </p:sp>
      <p:pic>
        <p:nvPicPr>
          <p:cNvPr id="145" name="Picture 2" descr="New Loading Spinner Component · shadcn-ui ui · Discussion #1694 · GitHub">
            <a:extLst>
              <a:ext uri="{FF2B5EF4-FFF2-40B4-BE49-F238E27FC236}">
                <a16:creationId xmlns:a16="http://schemas.microsoft.com/office/drawing/2014/main" id="{11A15F16-9B40-B2B7-9AAE-130802B64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525" y="2922354"/>
            <a:ext cx="852948" cy="85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851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B1BEA7-BBB5-4CAB-E7CD-96D07ECB2DE4}"/>
              </a:ext>
            </a:extLst>
          </p:cNvPr>
          <p:cNvSpPr txBox="1"/>
          <p:nvPr/>
        </p:nvSpPr>
        <p:spPr>
          <a:xfrm>
            <a:off x="5816420" y="1792350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E41DC4-4589-4678-2C0E-34BFE24C0009}"/>
              </a:ext>
            </a:extLst>
          </p:cNvPr>
          <p:cNvGrpSpPr/>
          <p:nvPr/>
        </p:nvGrpSpPr>
        <p:grpSpPr>
          <a:xfrm>
            <a:off x="5435093" y="175179"/>
            <a:ext cx="3203557" cy="6407518"/>
            <a:chOff x="8666331" y="315797"/>
            <a:chExt cx="3366722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470BED1-70EC-C22B-476E-85CA61076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9E615CE-62C3-601B-2C53-C73F0E139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AEA55D9-63D3-2B26-6375-EE733EEB2461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9AA93CE-ED3F-417F-CE65-7FA0CC3F6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29" y="502305"/>
            <a:ext cx="833886" cy="833886"/>
          </a:xfrm>
          <a:prstGeom prst="rect">
            <a:avLst/>
          </a:prstGeom>
        </p:spPr>
      </p:pic>
      <p:sp>
        <p:nvSpPr>
          <p:cNvPr id="11" name="Rounded Rectangle 55">
            <a:extLst>
              <a:ext uri="{FF2B5EF4-FFF2-40B4-BE49-F238E27FC236}">
                <a16:creationId xmlns:a16="http://schemas.microsoft.com/office/drawing/2014/main" id="{FDEAD762-FCE2-4374-631D-8E9947C249CE}"/>
              </a:ext>
            </a:extLst>
          </p:cNvPr>
          <p:cNvSpPr/>
          <p:nvPr/>
        </p:nvSpPr>
        <p:spPr>
          <a:xfrm>
            <a:off x="7872582" y="64720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E7CF4D-468D-A2CE-6B18-C6689367A9A8}"/>
              </a:ext>
            </a:extLst>
          </p:cNvPr>
          <p:cNvSpPr txBox="1"/>
          <p:nvPr/>
        </p:nvSpPr>
        <p:spPr>
          <a:xfrm>
            <a:off x="5827591" y="119130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716AFF-3198-BA31-A532-5AE137860638}"/>
              </a:ext>
            </a:extLst>
          </p:cNvPr>
          <p:cNvSpPr/>
          <p:nvPr/>
        </p:nvSpPr>
        <p:spPr>
          <a:xfrm>
            <a:off x="5780969" y="196736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2B75E8-2FCC-B88C-0A8A-9526BDBB75D0}"/>
              </a:ext>
            </a:extLst>
          </p:cNvPr>
          <p:cNvSpPr txBox="1"/>
          <p:nvPr/>
        </p:nvSpPr>
        <p:spPr>
          <a:xfrm>
            <a:off x="6224879" y="2388759"/>
            <a:ext cx="2004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Registration Complete!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689D2D-53BD-74F2-FB60-DCC45AB6CCBA}"/>
              </a:ext>
            </a:extLst>
          </p:cNvPr>
          <p:cNvSpPr/>
          <p:nvPr/>
        </p:nvSpPr>
        <p:spPr>
          <a:xfrm>
            <a:off x="6190172" y="4663219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</a:t>
            </a:r>
            <a:endParaRPr lang="en-IN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25F1A0-002E-69E0-70B8-A2F5ECF6E458}"/>
              </a:ext>
            </a:extLst>
          </p:cNvPr>
          <p:cNvSpPr txBox="1"/>
          <p:nvPr/>
        </p:nvSpPr>
        <p:spPr>
          <a:xfrm>
            <a:off x="6016164" y="2934449"/>
            <a:ext cx="1999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3986"/>
                </a:solidFill>
              </a:rPr>
              <a:t>Download the setup credentials below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73487F8-C70E-7E38-DCBE-FDD6D989F3B5}"/>
              </a:ext>
            </a:extLst>
          </p:cNvPr>
          <p:cNvSpPr/>
          <p:nvPr/>
        </p:nvSpPr>
        <p:spPr>
          <a:xfrm>
            <a:off x="5872846" y="3855474"/>
            <a:ext cx="232364" cy="233366"/>
          </a:xfrm>
          <a:prstGeom prst="roundRect">
            <a:avLst/>
          </a:prstGeom>
          <a:noFill/>
          <a:ln>
            <a:solidFill>
              <a:srgbClr val="31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EB1FD9-3B43-044F-7A2C-F0A449A3B8F7}"/>
              </a:ext>
            </a:extLst>
          </p:cNvPr>
          <p:cNvSpPr txBox="1"/>
          <p:nvPr/>
        </p:nvSpPr>
        <p:spPr>
          <a:xfrm>
            <a:off x="6105210" y="3776929"/>
            <a:ext cx="2204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By clicking </a:t>
            </a:r>
            <a:r>
              <a:rPr lang="en-IN" sz="1050" dirty="0">
                <a:solidFill>
                  <a:srgbClr val="FF3986"/>
                </a:solidFill>
              </a:rPr>
              <a:t>Download</a:t>
            </a:r>
            <a:r>
              <a:rPr lang="en-IN" sz="105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the school agrees to take full responsibility of security and </a:t>
            </a:r>
            <a:r>
              <a:rPr lang="en-US" sz="1050" dirty="0"/>
              <a:t>distribution of the setup codes.</a:t>
            </a:r>
            <a:endParaRPr lang="en-IN" sz="105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1445FC-1D60-D7C4-65C6-7A0E70D219B6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Schools Details Upload Success - Mobile</a:t>
            </a:r>
            <a:endParaRPr lang="en-IN" sz="3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B89A2E-5798-F909-C03A-44C2CF9BFDBC}"/>
              </a:ext>
            </a:extLst>
          </p:cNvPr>
          <p:cNvSpPr txBox="1"/>
          <p:nvPr/>
        </p:nvSpPr>
        <p:spPr>
          <a:xfrm>
            <a:off x="2298212" y="1792350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FAB388-1B19-69EE-2908-FD56EE7EA858}"/>
              </a:ext>
            </a:extLst>
          </p:cNvPr>
          <p:cNvGrpSpPr/>
          <p:nvPr/>
        </p:nvGrpSpPr>
        <p:grpSpPr>
          <a:xfrm>
            <a:off x="1916885" y="175179"/>
            <a:ext cx="3203557" cy="6407518"/>
            <a:chOff x="8666331" y="315797"/>
            <a:chExt cx="3366722" cy="68580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8AE9FD9-E215-0E52-AA75-7FD146C40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193338D-0EAB-68D6-5FCF-F6DCC63ED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29E83EE-3FBB-8314-586E-2A6674A83B1C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6AFA436-56CD-7142-2882-24712D75B2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021" y="502305"/>
            <a:ext cx="833886" cy="833886"/>
          </a:xfrm>
          <a:prstGeom prst="rect">
            <a:avLst/>
          </a:prstGeom>
        </p:spPr>
      </p:pic>
      <p:sp>
        <p:nvSpPr>
          <p:cNvPr id="30" name="Rounded Rectangle 55">
            <a:extLst>
              <a:ext uri="{FF2B5EF4-FFF2-40B4-BE49-F238E27FC236}">
                <a16:creationId xmlns:a16="http://schemas.microsoft.com/office/drawing/2014/main" id="{74AAD94E-9B61-0F24-CBE2-EF5733973178}"/>
              </a:ext>
            </a:extLst>
          </p:cNvPr>
          <p:cNvSpPr/>
          <p:nvPr/>
        </p:nvSpPr>
        <p:spPr>
          <a:xfrm>
            <a:off x="4354374" y="64720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8DCCC9-6AC2-1263-BBB6-B0217CC917B9}"/>
              </a:ext>
            </a:extLst>
          </p:cNvPr>
          <p:cNvSpPr txBox="1"/>
          <p:nvPr/>
        </p:nvSpPr>
        <p:spPr>
          <a:xfrm>
            <a:off x="2309383" y="119130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30F5F5F-C3D5-EA4B-5815-2123A6892F90}"/>
              </a:ext>
            </a:extLst>
          </p:cNvPr>
          <p:cNvSpPr/>
          <p:nvPr/>
        </p:nvSpPr>
        <p:spPr>
          <a:xfrm>
            <a:off x="2262761" y="196736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8564676-3AB3-77A9-2804-83AD3DFF9B67}"/>
              </a:ext>
            </a:extLst>
          </p:cNvPr>
          <p:cNvSpPr/>
          <p:nvPr/>
        </p:nvSpPr>
        <p:spPr>
          <a:xfrm>
            <a:off x="2671964" y="4663219"/>
            <a:ext cx="1651721" cy="503942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</a:t>
            </a:r>
            <a:endParaRPr lang="en-IN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89267-78AA-6505-49AF-686A63BF69A3}"/>
              </a:ext>
            </a:extLst>
          </p:cNvPr>
          <p:cNvSpPr txBox="1"/>
          <p:nvPr/>
        </p:nvSpPr>
        <p:spPr>
          <a:xfrm>
            <a:off x="2497956" y="2934449"/>
            <a:ext cx="1999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3986"/>
                </a:solidFill>
              </a:rPr>
              <a:t>Download the setup credentials below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A5CFE7D-4174-C29F-362A-5C4552F1880C}"/>
              </a:ext>
            </a:extLst>
          </p:cNvPr>
          <p:cNvSpPr/>
          <p:nvPr/>
        </p:nvSpPr>
        <p:spPr>
          <a:xfrm>
            <a:off x="2354638" y="3855474"/>
            <a:ext cx="232364" cy="233366"/>
          </a:xfrm>
          <a:prstGeom prst="roundRect">
            <a:avLst/>
          </a:prstGeom>
          <a:noFill/>
          <a:ln>
            <a:solidFill>
              <a:srgbClr val="31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591BD5-79BC-371A-3C6C-2F4F7D90115E}"/>
              </a:ext>
            </a:extLst>
          </p:cNvPr>
          <p:cNvSpPr txBox="1"/>
          <p:nvPr/>
        </p:nvSpPr>
        <p:spPr>
          <a:xfrm>
            <a:off x="2587002" y="3776929"/>
            <a:ext cx="2204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By clicking </a:t>
            </a:r>
            <a:r>
              <a:rPr lang="en-IN" sz="1050" dirty="0">
                <a:solidFill>
                  <a:srgbClr val="FF3986"/>
                </a:solidFill>
              </a:rPr>
              <a:t>Download</a:t>
            </a:r>
            <a:r>
              <a:rPr lang="en-IN" sz="105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the school agrees to take full responsibility of security and </a:t>
            </a:r>
            <a:r>
              <a:rPr lang="en-US" sz="1050" dirty="0"/>
              <a:t>distribution of the setup codes.</a:t>
            </a:r>
            <a:endParaRPr lang="en-IN" sz="105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B91F76-5F8C-6C75-4402-7674F525D563}"/>
              </a:ext>
            </a:extLst>
          </p:cNvPr>
          <p:cNvSpPr txBox="1"/>
          <p:nvPr/>
        </p:nvSpPr>
        <p:spPr>
          <a:xfrm>
            <a:off x="5816420" y="3792133"/>
            <a:ext cx="324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✔</a:t>
            </a:r>
            <a:endParaRPr lang="en-IN" sz="1800" dirty="0">
              <a:solidFill>
                <a:schemeClr val="accent6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9AF1CF-B6F3-6019-26D7-25DEE6087388}"/>
              </a:ext>
            </a:extLst>
          </p:cNvPr>
          <p:cNvSpPr txBox="1"/>
          <p:nvPr/>
        </p:nvSpPr>
        <p:spPr>
          <a:xfrm>
            <a:off x="9206809" y="1792350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3B5F0EF-15AA-4259-9BE7-F8F72869CA7F}"/>
              </a:ext>
            </a:extLst>
          </p:cNvPr>
          <p:cNvGrpSpPr/>
          <p:nvPr/>
        </p:nvGrpSpPr>
        <p:grpSpPr>
          <a:xfrm>
            <a:off x="8825482" y="175179"/>
            <a:ext cx="3203557" cy="6407518"/>
            <a:chOff x="8666331" y="315797"/>
            <a:chExt cx="3366722" cy="6858000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709071C-FF01-6F43-B529-514FFAC7C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2FB50E1-8215-6481-0AA9-0101DB03D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9B85871-852F-FC4B-698B-4D1F1E455BE0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0438114A-A5B7-1BCF-95BE-7DF3B4151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618" y="502305"/>
            <a:ext cx="833886" cy="833886"/>
          </a:xfrm>
          <a:prstGeom prst="rect">
            <a:avLst/>
          </a:prstGeom>
        </p:spPr>
      </p:pic>
      <p:sp>
        <p:nvSpPr>
          <p:cNvPr id="46" name="Rounded Rectangle 55">
            <a:extLst>
              <a:ext uri="{FF2B5EF4-FFF2-40B4-BE49-F238E27FC236}">
                <a16:creationId xmlns:a16="http://schemas.microsoft.com/office/drawing/2014/main" id="{70300399-CAB1-8A07-6A66-C691EEF490E6}"/>
              </a:ext>
            </a:extLst>
          </p:cNvPr>
          <p:cNvSpPr/>
          <p:nvPr/>
        </p:nvSpPr>
        <p:spPr>
          <a:xfrm>
            <a:off x="11262971" y="64720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09959B-2B81-D73C-E236-C0437E14B6D6}"/>
              </a:ext>
            </a:extLst>
          </p:cNvPr>
          <p:cNvSpPr txBox="1"/>
          <p:nvPr/>
        </p:nvSpPr>
        <p:spPr>
          <a:xfrm>
            <a:off x="9217980" y="119130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B9B4CB5-3E15-336C-83B8-0160E3CE92A9}"/>
              </a:ext>
            </a:extLst>
          </p:cNvPr>
          <p:cNvSpPr/>
          <p:nvPr/>
        </p:nvSpPr>
        <p:spPr>
          <a:xfrm>
            <a:off x="9171358" y="196736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54E50268-F2E2-7FE6-7FA6-B0CCF2C11CFE}"/>
              </a:ext>
            </a:extLst>
          </p:cNvPr>
          <p:cNvSpPr/>
          <p:nvPr/>
        </p:nvSpPr>
        <p:spPr>
          <a:xfrm>
            <a:off x="9580561" y="4663219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Close</a:t>
            </a:r>
            <a:endParaRPr lang="en-IN" sz="12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918EB56-60EA-7C24-23D5-D0F02E4BAB19}"/>
              </a:ext>
            </a:extLst>
          </p:cNvPr>
          <p:cNvSpPr txBox="1"/>
          <p:nvPr/>
        </p:nvSpPr>
        <p:spPr>
          <a:xfrm>
            <a:off x="9406553" y="2934449"/>
            <a:ext cx="1999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3986"/>
                </a:solidFill>
              </a:rPr>
              <a:t>Send the details to parents and teachers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EFB6BF-5D7E-7883-1AC4-2D9E73C4D4DC}"/>
              </a:ext>
            </a:extLst>
          </p:cNvPr>
          <p:cNvGrpSpPr/>
          <p:nvPr/>
        </p:nvGrpSpPr>
        <p:grpSpPr>
          <a:xfrm>
            <a:off x="5956953" y="2403021"/>
            <a:ext cx="359947" cy="310565"/>
            <a:chOff x="12026236" y="3145507"/>
            <a:chExt cx="359947" cy="31056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0A84BDA-5C71-7E63-BC8E-339C5E065642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239461A-3739-ED07-497D-9A11F1FD1E66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16D8AB7-02D3-50D8-5B77-FD42B4C579E2}"/>
              </a:ext>
            </a:extLst>
          </p:cNvPr>
          <p:cNvSpPr txBox="1"/>
          <p:nvPr/>
        </p:nvSpPr>
        <p:spPr>
          <a:xfrm>
            <a:off x="2737284" y="2391826"/>
            <a:ext cx="2004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Registration Complete!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414738-DA7F-9A19-542D-65EC6AADA3FC}"/>
              </a:ext>
            </a:extLst>
          </p:cNvPr>
          <p:cNvGrpSpPr/>
          <p:nvPr/>
        </p:nvGrpSpPr>
        <p:grpSpPr>
          <a:xfrm>
            <a:off x="2469358" y="2406088"/>
            <a:ext cx="359947" cy="310565"/>
            <a:chOff x="12026236" y="3145507"/>
            <a:chExt cx="359947" cy="31056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8DBAEBD-0A9B-5C8C-286C-F7E30A87DCE5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60FD456-F5EE-8DD0-2214-A962E52415B6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C11D0F3-D6F3-545A-1971-BF8A08BE4261}"/>
              </a:ext>
            </a:extLst>
          </p:cNvPr>
          <p:cNvSpPr txBox="1"/>
          <p:nvPr/>
        </p:nvSpPr>
        <p:spPr>
          <a:xfrm>
            <a:off x="9669682" y="2361887"/>
            <a:ext cx="2004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Download Complete!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54EB707-976F-CC4A-6C62-1E758D415EF4}"/>
              </a:ext>
            </a:extLst>
          </p:cNvPr>
          <p:cNvGrpSpPr/>
          <p:nvPr/>
        </p:nvGrpSpPr>
        <p:grpSpPr>
          <a:xfrm>
            <a:off x="9401756" y="2376149"/>
            <a:ext cx="359947" cy="310565"/>
            <a:chOff x="12026236" y="3145507"/>
            <a:chExt cx="359947" cy="310565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5E504A0-E32F-0B26-2488-A6C52735BA56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EF0BE12-562A-812A-1682-97C197368AC1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4F662EC-0FE3-776D-AF94-C18D4885ECEC}"/>
              </a:ext>
            </a:extLst>
          </p:cNvPr>
          <p:cNvSpPr txBox="1"/>
          <p:nvPr/>
        </p:nvSpPr>
        <p:spPr>
          <a:xfrm>
            <a:off x="9263235" y="3942116"/>
            <a:ext cx="2359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Didn't receive the file? </a:t>
            </a:r>
            <a:r>
              <a:rPr lang="en-US" sz="1000" dirty="0">
                <a:solidFill>
                  <a:srgbClr val="FF3986"/>
                </a:solidFill>
              </a:rPr>
              <a:t>Click here </a:t>
            </a: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download again</a:t>
            </a:r>
          </a:p>
        </p:txBody>
      </p:sp>
    </p:spTree>
    <p:extLst>
      <p:ext uri="{BB962C8B-B14F-4D97-AF65-F5344CB8AC3E}">
        <p14:creationId xmlns:p14="http://schemas.microsoft.com/office/powerpoint/2010/main" val="3545483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DB254-5BB7-3185-AD54-E072E4F1D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6869E1B-48E8-BF47-8667-DBA8CA78DDC0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Schools Details Upload Failure - Mobile</a:t>
            </a:r>
            <a:endParaRPr lang="en-IN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BF6160-C53C-6E11-B0AD-E1795EF4BB36}"/>
              </a:ext>
            </a:extLst>
          </p:cNvPr>
          <p:cNvSpPr txBox="1"/>
          <p:nvPr/>
        </p:nvSpPr>
        <p:spPr>
          <a:xfrm>
            <a:off x="2478323" y="1762240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B2F0CA0-585B-B084-B9D0-3C994FCB5BA9}"/>
              </a:ext>
            </a:extLst>
          </p:cNvPr>
          <p:cNvGrpSpPr/>
          <p:nvPr/>
        </p:nvGrpSpPr>
        <p:grpSpPr>
          <a:xfrm>
            <a:off x="2096996" y="145069"/>
            <a:ext cx="3203557" cy="6407518"/>
            <a:chOff x="8666331" y="315797"/>
            <a:chExt cx="3366722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A39441D-7134-C779-E0EB-A696A661F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B6C2B96-BB48-DD8E-E98F-7E6807F2A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FE4A605-4A2F-483E-7DD2-DEA6771660BF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AB4EC40-8F6E-9CF2-D641-760A32BAE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32" y="472195"/>
            <a:ext cx="833886" cy="833886"/>
          </a:xfrm>
          <a:prstGeom prst="rect">
            <a:avLst/>
          </a:prstGeom>
        </p:spPr>
      </p:pic>
      <p:sp>
        <p:nvSpPr>
          <p:cNvPr id="21" name="Rounded Rectangle 55">
            <a:extLst>
              <a:ext uri="{FF2B5EF4-FFF2-40B4-BE49-F238E27FC236}">
                <a16:creationId xmlns:a16="http://schemas.microsoft.com/office/drawing/2014/main" id="{EE749C8F-C836-CD28-19D8-B0E55008A484}"/>
              </a:ext>
            </a:extLst>
          </p:cNvPr>
          <p:cNvSpPr/>
          <p:nvPr/>
        </p:nvSpPr>
        <p:spPr>
          <a:xfrm>
            <a:off x="4534485" y="61709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FAABED-D1A3-2B6B-6708-51EF97216E03}"/>
              </a:ext>
            </a:extLst>
          </p:cNvPr>
          <p:cNvSpPr txBox="1"/>
          <p:nvPr/>
        </p:nvSpPr>
        <p:spPr>
          <a:xfrm>
            <a:off x="2489494" y="116119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D0E6BDE-AEDE-5803-2801-006C75F91EE4}"/>
              </a:ext>
            </a:extLst>
          </p:cNvPr>
          <p:cNvSpPr/>
          <p:nvPr/>
        </p:nvSpPr>
        <p:spPr>
          <a:xfrm>
            <a:off x="2442872" y="193725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6C2C0B-565F-B35B-F10C-4A5A3410F4B4}"/>
              </a:ext>
            </a:extLst>
          </p:cNvPr>
          <p:cNvSpPr txBox="1"/>
          <p:nvPr/>
        </p:nvSpPr>
        <p:spPr>
          <a:xfrm>
            <a:off x="2621942" y="2281181"/>
            <a:ext cx="2551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Registration Failed!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7D854D-A8EA-9A42-C18E-98C112F7EA36}"/>
              </a:ext>
            </a:extLst>
          </p:cNvPr>
          <p:cNvSpPr txBox="1"/>
          <p:nvPr/>
        </p:nvSpPr>
        <p:spPr>
          <a:xfrm>
            <a:off x="2749058" y="3104529"/>
            <a:ext cx="1999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3986"/>
                </a:solidFill>
              </a:rPr>
              <a:t>Re-upload the details</a:t>
            </a: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81B08727-FCA0-1CC6-9264-A8C602DDC461}"/>
              </a:ext>
            </a:extLst>
          </p:cNvPr>
          <p:cNvSpPr/>
          <p:nvPr/>
        </p:nvSpPr>
        <p:spPr>
          <a:xfrm>
            <a:off x="2717111" y="2331017"/>
            <a:ext cx="314633" cy="235382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9FDEFC-739B-113B-8919-1A8A871DF196}"/>
              </a:ext>
            </a:extLst>
          </p:cNvPr>
          <p:cNvSpPr txBox="1"/>
          <p:nvPr/>
        </p:nvSpPr>
        <p:spPr>
          <a:xfrm>
            <a:off x="2749058" y="2306668"/>
            <a:ext cx="206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!</a:t>
            </a:r>
            <a:endParaRPr lang="en-IN" sz="1600" b="1" dirty="0">
              <a:solidFill>
                <a:srgbClr val="FF0000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620B891-A19D-FE8A-6AAA-81D084627367}"/>
              </a:ext>
            </a:extLst>
          </p:cNvPr>
          <p:cNvSpPr/>
          <p:nvPr/>
        </p:nvSpPr>
        <p:spPr>
          <a:xfrm>
            <a:off x="2903401" y="4369859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Close</a:t>
            </a:r>
            <a:endParaRPr lang="en-IN" sz="12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3CF7FB4-F437-C958-AFD9-BED333598270}"/>
              </a:ext>
            </a:extLst>
          </p:cNvPr>
          <p:cNvGrpSpPr/>
          <p:nvPr/>
        </p:nvGrpSpPr>
        <p:grpSpPr>
          <a:xfrm>
            <a:off x="5662952" y="145069"/>
            <a:ext cx="3203557" cy="6407518"/>
            <a:chOff x="8666331" y="315797"/>
            <a:chExt cx="3366722" cy="6858000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4E68011B-A9C2-0CD1-A7BD-2DB26F417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DC32622-664A-12D6-CEF9-157A965F9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1F32D56-F450-BA0A-9FCB-5DF3BE18BD5E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623A4F63-7647-7302-3097-7B9CB1508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87" y="507139"/>
            <a:ext cx="833886" cy="833886"/>
          </a:xfrm>
          <a:prstGeom prst="rect">
            <a:avLst/>
          </a:prstGeom>
        </p:spPr>
      </p:pic>
      <p:sp>
        <p:nvSpPr>
          <p:cNvPr id="61" name="Rounded Rectangle 55">
            <a:extLst>
              <a:ext uri="{FF2B5EF4-FFF2-40B4-BE49-F238E27FC236}">
                <a16:creationId xmlns:a16="http://schemas.microsoft.com/office/drawing/2014/main" id="{19316F43-DC75-1518-4A6C-70D19C814106}"/>
              </a:ext>
            </a:extLst>
          </p:cNvPr>
          <p:cNvSpPr/>
          <p:nvPr/>
        </p:nvSpPr>
        <p:spPr>
          <a:xfrm>
            <a:off x="8018147" y="658175"/>
            <a:ext cx="484268" cy="1708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AC7AC43-6658-FD09-A826-8FF15443E0FD}"/>
              </a:ext>
            </a:extLst>
          </p:cNvPr>
          <p:cNvSpPr txBox="1"/>
          <p:nvPr/>
        </p:nvSpPr>
        <p:spPr>
          <a:xfrm>
            <a:off x="5987937" y="1691944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69A3DD7D-03A7-78CE-0CC2-6E3CB81B9FF1}"/>
              </a:ext>
            </a:extLst>
          </p:cNvPr>
          <p:cNvSpPr/>
          <p:nvPr/>
        </p:nvSpPr>
        <p:spPr>
          <a:xfrm>
            <a:off x="6420329" y="4652011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Upload</a:t>
            </a:r>
            <a:endParaRPr lang="en-IN" sz="1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6A70F1A-C580-3583-9305-B811935622E0}"/>
              </a:ext>
            </a:extLst>
          </p:cNvPr>
          <p:cNvSpPr txBox="1"/>
          <p:nvPr/>
        </p:nvSpPr>
        <p:spPr>
          <a:xfrm>
            <a:off x="5987937" y="1217147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B973E2B-C972-5921-3BA2-48E5145221BE}"/>
              </a:ext>
            </a:extLst>
          </p:cNvPr>
          <p:cNvSpPr txBox="1"/>
          <p:nvPr/>
        </p:nvSpPr>
        <p:spPr>
          <a:xfrm>
            <a:off x="5987937" y="2232122"/>
            <a:ext cx="214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Upload School details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27270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96B7599-DA2A-2A96-0A8B-723E00558276}"/>
              </a:ext>
            </a:extLst>
          </p:cNvPr>
          <p:cNvGrpSpPr/>
          <p:nvPr/>
        </p:nvGrpSpPr>
        <p:grpSpPr>
          <a:xfrm>
            <a:off x="2200780" y="170753"/>
            <a:ext cx="3203557" cy="6407518"/>
            <a:chOff x="8666331" y="315797"/>
            <a:chExt cx="3366722" cy="6858000"/>
          </a:xfrm>
        </p:grpSpPr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EDB0AA92-3C62-B9B9-7694-3F4646EA5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F79C24F8-94F0-7D0E-B851-C7F179BC2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2719F4C-C2BD-CF76-6A75-F57769038C6E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0" name="Rounded Rectangle 55">
            <a:extLst>
              <a:ext uri="{FF2B5EF4-FFF2-40B4-BE49-F238E27FC236}">
                <a16:creationId xmlns:a16="http://schemas.microsoft.com/office/drawing/2014/main" id="{79A58E09-2225-B5CE-308C-7547C75CB2F2}"/>
              </a:ext>
            </a:extLst>
          </p:cNvPr>
          <p:cNvSpPr/>
          <p:nvPr/>
        </p:nvSpPr>
        <p:spPr>
          <a:xfrm>
            <a:off x="4610707" y="706239"/>
            <a:ext cx="451261" cy="2030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13AE579-4B37-243F-6154-71BCF38E30E2}"/>
              </a:ext>
            </a:extLst>
          </p:cNvPr>
          <p:cNvGrpSpPr/>
          <p:nvPr/>
        </p:nvGrpSpPr>
        <p:grpSpPr>
          <a:xfrm>
            <a:off x="3923263" y="3039045"/>
            <a:ext cx="1138705" cy="890558"/>
            <a:chOff x="1972464" y="1660015"/>
            <a:chExt cx="1061884" cy="1117692"/>
          </a:xfrm>
          <a:solidFill>
            <a:srgbClr val="FF6571"/>
          </a:solidFill>
        </p:grpSpPr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41FAA731-616E-94DB-5C04-712A0B63DA7A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8F27A36-3273-11B8-59FB-5C812B0ADE41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FFB6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9477274-A52E-2B9B-9241-A0929C85C3B0}"/>
              </a:ext>
            </a:extLst>
          </p:cNvPr>
          <p:cNvGrpSpPr/>
          <p:nvPr/>
        </p:nvGrpSpPr>
        <p:grpSpPr>
          <a:xfrm>
            <a:off x="2628777" y="3040340"/>
            <a:ext cx="1046330" cy="890558"/>
            <a:chOff x="1972464" y="1660015"/>
            <a:chExt cx="1061884" cy="1117692"/>
          </a:xfrm>
        </p:grpSpPr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C8F4F24C-A73E-3647-B993-0EAB12EDE8E5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FFB63A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005B3C81-F3A8-2105-2622-98A3179B09D0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24FD439-4D2A-4CA4-5F99-3E8494B2AF49}"/>
              </a:ext>
            </a:extLst>
          </p:cNvPr>
          <p:cNvGrpSpPr/>
          <p:nvPr/>
        </p:nvGrpSpPr>
        <p:grpSpPr>
          <a:xfrm>
            <a:off x="2656144" y="4044519"/>
            <a:ext cx="1018963" cy="967017"/>
            <a:chOff x="1972464" y="1660015"/>
            <a:chExt cx="1061884" cy="1117692"/>
          </a:xfrm>
        </p:grpSpPr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0E4BEA56-9EA9-8D2B-A71B-1630EDDCDD28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B1E5F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63631F9-480D-3596-80A4-CBC129DC1BEC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01CE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F75A64A-E786-B4F7-6A6F-3017F33D67F5}"/>
              </a:ext>
            </a:extLst>
          </p:cNvPr>
          <p:cNvGrpSpPr/>
          <p:nvPr/>
        </p:nvGrpSpPr>
        <p:grpSpPr>
          <a:xfrm>
            <a:off x="3962434" y="4044518"/>
            <a:ext cx="1018963" cy="967017"/>
            <a:chOff x="1972464" y="1660015"/>
            <a:chExt cx="1061884" cy="1117692"/>
          </a:xfrm>
        </p:grpSpPr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DABBC9DE-6EFC-7A37-6A01-121F5724FBA7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78D3CE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8748BCF2-1336-2D5A-8E1D-E6001C57C1BF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868F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87F1332C-6C51-6E74-F81A-720CB47CF6DA}"/>
              </a:ext>
            </a:extLst>
          </p:cNvPr>
          <p:cNvSpPr txBox="1"/>
          <p:nvPr/>
        </p:nvSpPr>
        <p:spPr>
          <a:xfrm>
            <a:off x="2999609" y="3109751"/>
            <a:ext cx="20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C6840BF-27F6-870C-4B2B-9FA51827A7AA}"/>
              </a:ext>
            </a:extLst>
          </p:cNvPr>
          <p:cNvSpPr txBox="1"/>
          <p:nvPr/>
        </p:nvSpPr>
        <p:spPr>
          <a:xfrm>
            <a:off x="4290307" y="3116274"/>
            <a:ext cx="20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9BB8CB4-C727-F4E9-2A8C-F02B56DDB102}"/>
              </a:ext>
            </a:extLst>
          </p:cNvPr>
          <p:cNvSpPr txBox="1"/>
          <p:nvPr/>
        </p:nvSpPr>
        <p:spPr>
          <a:xfrm>
            <a:off x="3008440" y="4153233"/>
            <a:ext cx="20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60F49BF-660D-2257-C2FC-89A35A147C80}"/>
              </a:ext>
            </a:extLst>
          </p:cNvPr>
          <p:cNvSpPr txBox="1"/>
          <p:nvPr/>
        </p:nvSpPr>
        <p:spPr>
          <a:xfrm>
            <a:off x="4302981" y="4119210"/>
            <a:ext cx="20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35A211-B3A8-C5E5-187B-3245EE0218B1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Home </a:t>
            </a:r>
            <a:r>
              <a:rPr lang="en-US" sz="3600"/>
              <a:t>Page School </a:t>
            </a:r>
            <a:r>
              <a:rPr lang="en-US" sz="3600" dirty="0"/>
              <a:t>Details - Mobile</a:t>
            </a:r>
            <a:endParaRPr lang="en-IN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41D48C-13CB-D5DA-1A10-1F34B49E13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553" y="544591"/>
            <a:ext cx="833886" cy="833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783622-D330-5A23-7001-48431299E047}"/>
              </a:ext>
            </a:extLst>
          </p:cNvPr>
          <p:cNvSpPr txBox="1"/>
          <p:nvPr/>
        </p:nvSpPr>
        <p:spPr>
          <a:xfrm>
            <a:off x="2624198" y="2714853"/>
            <a:ext cx="1018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F6293-A813-6E32-B8BF-A14FA7D7146E}"/>
              </a:ext>
            </a:extLst>
          </p:cNvPr>
          <p:cNvSpPr txBox="1"/>
          <p:nvPr/>
        </p:nvSpPr>
        <p:spPr>
          <a:xfrm>
            <a:off x="2479978" y="1255929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0CF34A-6B61-C1E2-8197-F2F07F073D0C}"/>
              </a:ext>
            </a:extLst>
          </p:cNvPr>
          <p:cNvGrpSpPr/>
          <p:nvPr/>
        </p:nvGrpSpPr>
        <p:grpSpPr>
          <a:xfrm>
            <a:off x="6056372" y="225241"/>
            <a:ext cx="3203557" cy="6407518"/>
            <a:chOff x="1477459" y="279729"/>
            <a:chExt cx="3203557" cy="64075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E5723BB-2F5F-07F7-BA0F-7A61CBA1469B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6C942102-547F-7DEC-9AB1-26E41AC61AFE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A1AA62B0-543B-877C-44E8-E9D8CC3418A2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79B98A36-E649-40AF-CB89-79EE02117A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Rounded Rectangle 55">
                  <a:extLst>
                    <a:ext uri="{FF2B5EF4-FFF2-40B4-BE49-F238E27FC236}">
                      <a16:creationId xmlns:a16="http://schemas.microsoft.com/office/drawing/2014/main" id="{443844EC-7317-43B6-5F86-27D34C879D19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6E18769-C4E0-E3F4-4500-D6154A61D1EC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F4A612-5F75-EC19-2BDD-D3414C072583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67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3986"/>
                    </a:solidFill>
                  </a:rPr>
                  <a:t>Home</a:t>
                </a:r>
                <a:r>
                  <a:rPr lang="en-US" dirty="0"/>
                  <a:t>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Manage School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Profile</a:t>
                </a:r>
                <a:endParaRPr lang="en-IN" dirty="0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A388DC1-0F67-89E2-BB8A-904F99F5BD16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BA5D046-6310-772D-3031-D14230BC4976}"/>
                  </a:ext>
                </a:extLst>
              </p:cNvPr>
              <p:cNvCxnSpPr/>
              <p:nvPr/>
            </p:nvCxnSpPr>
            <p:spPr>
              <a:xfrm>
                <a:off x="6002691" y="3100672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2EF0037-0D2A-BDC8-62E7-DA55237F8B00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D5DACA4-6770-D22E-AB0B-92AE2BF669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FFFE8F12-2200-F180-4389-57338EAFF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82A382-A312-4CB9-04D6-2AAC1D7AFCDF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75F3E3-30D3-5DD1-67C4-304C63452688}"/>
                </a:ext>
              </a:extLst>
            </p:cNvPr>
            <p:cNvSpPr txBox="1"/>
            <p:nvPr/>
          </p:nvSpPr>
          <p:spPr>
            <a:xfrm>
              <a:off x="2159935" y="1377044"/>
              <a:ext cx="1884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Admin Full Name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1B76934-349C-CA6A-5DC0-56ED32641D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A1A552-ADBD-95B3-FB96-8487F7235FDE}"/>
              </a:ext>
            </a:extLst>
          </p:cNvPr>
          <p:cNvSpPr/>
          <p:nvPr/>
        </p:nvSpPr>
        <p:spPr>
          <a:xfrm>
            <a:off x="3023444" y="5125156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Upload</a:t>
            </a:r>
            <a:endParaRPr lang="en-IN" sz="1200" dirty="0"/>
          </a:p>
        </p:txBody>
      </p:sp>
      <p:pic>
        <p:nvPicPr>
          <p:cNvPr id="30" name="Picture 2" descr="javascript - flot - axis labels - monthNames wrongly ordered? - Stack  Overflow">
            <a:extLst>
              <a:ext uri="{FF2B5EF4-FFF2-40B4-BE49-F238E27FC236}">
                <a16:creationId xmlns:a16="http://schemas.microsoft.com/office/drawing/2014/main" id="{F2B430A1-C09A-AFD5-C7BF-D4A1D04EF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517" y="1880446"/>
            <a:ext cx="926219" cy="7127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CEC73DB-E3CE-9407-CF4A-A9DD107473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890" y="1876123"/>
            <a:ext cx="859447" cy="7200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CBD758D-6B40-39D8-BAEF-45A740374D55}"/>
              </a:ext>
            </a:extLst>
          </p:cNvPr>
          <p:cNvSpPr txBox="1"/>
          <p:nvPr/>
        </p:nvSpPr>
        <p:spPr>
          <a:xfrm>
            <a:off x="2479978" y="1513681"/>
            <a:ext cx="2581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School A’s Overall all Wellbeing Report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136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39715-DD75-B47A-ACDC-CE1C2FE3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CD75BD1-D05E-0C1A-33F1-ABBA09F64D6B}"/>
              </a:ext>
            </a:extLst>
          </p:cNvPr>
          <p:cNvGrpSpPr/>
          <p:nvPr/>
        </p:nvGrpSpPr>
        <p:grpSpPr>
          <a:xfrm>
            <a:off x="3200959" y="3030164"/>
            <a:ext cx="1018963" cy="967017"/>
            <a:chOff x="1972464" y="1660015"/>
            <a:chExt cx="1061884" cy="111769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60915BC-7807-2F47-BA5B-D2AE7E22894D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FFB63A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32DC869-B85D-CE6F-5771-E4DAC3953FCE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DE4ED41-D065-7326-0B36-18D26C6FFA42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Manage School Page - Mobile</a:t>
            </a:r>
            <a:endParaRPr lang="en-IN" sz="3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D287F0E-673F-ACE9-F47C-2D71ABE2A070}"/>
              </a:ext>
            </a:extLst>
          </p:cNvPr>
          <p:cNvGrpSpPr/>
          <p:nvPr/>
        </p:nvGrpSpPr>
        <p:grpSpPr>
          <a:xfrm>
            <a:off x="1534711" y="267129"/>
            <a:ext cx="3203557" cy="6407518"/>
            <a:chOff x="8666331" y="315797"/>
            <a:chExt cx="3366722" cy="68580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FE5BC62-3C77-F3BD-03C4-3F4B09EB1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D15619C-B059-0102-0852-296FC5C91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EBEB37C-9DB9-5260-16E3-609358E79058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298EC8C-5880-CF04-D942-5D0809EDE918}"/>
              </a:ext>
            </a:extLst>
          </p:cNvPr>
          <p:cNvGrpSpPr/>
          <p:nvPr/>
        </p:nvGrpSpPr>
        <p:grpSpPr>
          <a:xfrm>
            <a:off x="1906472" y="3031459"/>
            <a:ext cx="1018963" cy="967017"/>
            <a:chOff x="1972464" y="1660015"/>
            <a:chExt cx="1061884" cy="111769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7D1111B-39DC-9C4D-26BE-381D65974AC3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FFB63A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0557040-DAC6-7060-7497-B236DA9676AE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709794F-2BB4-5390-1FC0-335915DBC39C}"/>
              </a:ext>
            </a:extLst>
          </p:cNvPr>
          <p:cNvGrpSpPr/>
          <p:nvPr/>
        </p:nvGrpSpPr>
        <p:grpSpPr>
          <a:xfrm>
            <a:off x="1925017" y="4152078"/>
            <a:ext cx="1018963" cy="967017"/>
            <a:chOff x="1972461" y="1534366"/>
            <a:chExt cx="1061884" cy="1117692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F9AFAE8-52F6-51AE-C569-273B8949A9D1}"/>
                </a:ext>
              </a:extLst>
            </p:cNvPr>
            <p:cNvSpPr/>
            <p:nvPr/>
          </p:nvSpPr>
          <p:spPr>
            <a:xfrm>
              <a:off x="1972461" y="1534366"/>
              <a:ext cx="1061884" cy="1117692"/>
            </a:xfrm>
            <a:prstGeom prst="roundRect">
              <a:avLst/>
            </a:prstGeom>
            <a:solidFill>
              <a:srgbClr val="B1E5F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60FEAE1-45EB-FD87-580B-3DAC890D044B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01CE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AF43BBE-3B99-C05A-ED05-03771DE3A0BF}"/>
              </a:ext>
            </a:extLst>
          </p:cNvPr>
          <p:cNvGrpSpPr/>
          <p:nvPr/>
        </p:nvGrpSpPr>
        <p:grpSpPr>
          <a:xfrm>
            <a:off x="3226110" y="4120224"/>
            <a:ext cx="1018963" cy="967017"/>
            <a:chOff x="1972464" y="1660015"/>
            <a:chExt cx="1061884" cy="1117692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70474C3-4BFB-E495-FB3E-EB0FF0D17AA6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78D3CE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3DD25D1-A4C8-434A-F0E3-282859D93FE8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868F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9C4B15B-CD26-75D3-2448-A5954958E5BF}"/>
              </a:ext>
            </a:extLst>
          </p:cNvPr>
          <p:cNvSpPr txBox="1"/>
          <p:nvPr/>
        </p:nvSpPr>
        <p:spPr>
          <a:xfrm>
            <a:off x="2037128" y="3596484"/>
            <a:ext cx="818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5-A</a:t>
            </a:r>
            <a:endParaRPr lang="en-IN" sz="8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FC59C7-2452-C574-1857-04DB7C895BE4}"/>
              </a:ext>
            </a:extLst>
          </p:cNvPr>
          <p:cNvSpPr txBox="1"/>
          <p:nvPr/>
        </p:nvSpPr>
        <p:spPr>
          <a:xfrm>
            <a:off x="3307621" y="3594847"/>
            <a:ext cx="818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5-S</a:t>
            </a:r>
            <a:endParaRPr lang="en-IN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E3D38F-C82A-7007-D196-D10A632F94E1}"/>
              </a:ext>
            </a:extLst>
          </p:cNvPr>
          <p:cNvSpPr txBox="1"/>
          <p:nvPr/>
        </p:nvSpPr>
        <p:spPr>
          <a:xfrm>
            <a:off x="2029453" y="4813879"/>
            <a:ext cx="818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5-K</a:t>
            </a:r>
            <a:endParaRPr lang="en-IN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FFDAD9-C926-50C3-C417-1532FD4405C2}"/>
              </a:ext>
            </a:extLst>
          </p:cNvPr>
          <p:cNvSpPr txBox="1"/>
          <p:nvPr/>
        </p:nvSpPr>
        <p:spPr>
          <a:xfrm>
            <a:off x="3294221" y="4766797"/>
            <a:ext cx="818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5-W</a:t>
            </a:r>
            <a:endParaRPr lang="en-IN" sz="800" b="1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F2464625-A1CC-480C-B766-E40AD69A4B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585" y="595056"/>
            <a:ext cx="833886" cy="833886"/>
          </a:xfrm>
          <a:prstGeom prst="rect">
            <a:avLst/>
          </a:prstGeom>
        </p:spPr>
      </p:pic>
      <p:pic>
        <p:nvPicPr>
          <p:cNvPr id="117" name="Graphic 116" descr="Caret Down with solid fill">
            <a:extLst>
              <a:ext uri="{FF2B5EF4-FFF2-40B4-BE49-F238E27FC236}">
                <a16:creationId xmlns:a16="http://schemas.microsoft.com/office/drawing/2014/main" id="{EA54111E-0D69-4B01-F4C8-0B6F50E87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3099" y="5148575"/>
            <a:ext cx="376131" cy="376131"/>
          </a:xfrm>
          <a:prstGeom prst="rect">
            <a:avLst/>
          </a:prstGeom>
        </p:spPr>
      </p:pic>
      <p:sp>
        <p:nvSpPr>
          <p:cNvPr id="120" name="Rounded Rectangle 55">
            <a:extLst>
              <a:ext uri="{FF2B5EF4-FFF2-40B4-BE49-F238E27FC236}">
                <a16:creationId xmlns:a16="http://schemas.microsoft.com/office/drawing/2014/main" id="{F14F5706-43B8-12FF-58B1-511A309B4F49}"/>
              </a:ext>
            </a:extLst>
          </p:cNvPr>
          <p:cNvSpPr/>
          <p:nvPr/>
        </p:nvSpPr>
        <p:spPr>
          <a:xfrm>
            <a:off x="4000457" y="756070"/>
            <a:ext cx="423420" cy="2030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AC549DC-34B9-3133-997C-989401AAAD05}"/>
              </a:ext>
            </a:extLst>
          </p:cNvPr>
          <p:cNvGrpSpPr/>
          <p:nvPr/>
        </p:nvGrpSpPr>
        <p:grpSpPr>
          <a:xfrm>
            <a:off x="5316462" y="284234"/>
            <a:ext cx="3203557" cy="6407518"/>
            <a:chOff x="8666331" y="315797"/>
            <a:chExt cx="3366722" cy="6858000"/>
          </a:xfrm>
        </p:grpSpPr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1092FADC-E4A4-C832-0155-166CDABA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48AA7BDD-BDD7-B8BD-743F-9A81740FF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D2CF4E49-F658-8EF8-7FD0-1D4E35ECF6AD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7" name="Graphic 16" descr="Classroom with solid fill">
            <a:extLst>
              <a:ext uri="{FF2B5EF4-FFF2-40B4-BE49-F238E27FC236}">
                <a16:creationId xmlns:a16="http://schemas.microsoft.com/office/drawing/2014/main" id="{8A80F40F-A1A9-260B-41E4-614197F1CF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64818" y="3139796"/>
            <a:ext cx="302266" cy="302266"/>
          </a:xfrm>
          <a:prstGeom prst="rect">
            <a:avLst/>
          </a:prstGeom>
        </p:spPr>
      </p:pic>
      <p:pic>
        <p:nvPicPr>
          <p:cNvPr id="18" name="Graphic 17" descr="Classroom with solid fill">
            <a:extLst>
              <a:ext uri="{FF2B5EF4-FFF2-40B4-BE49-F238E27FC236}">
                <a16:creationId xmlns:a16="http://schemas.microsoft.com/office/drawing/2014/main" id="{C72BA867-2980-D503-8CA3-27A659771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59305" y="3134081"/>
            <a:ext cx="302266" cy="302266"/>
          </a:xfrm>
          <a:prstGeom prst="rect">
            <a:avLst/>
          </a:prstGeom>
        </p:spPr>
      </p:pic>
      <p:pic>
        <p:nvPicPr>
          <p:cNvPr id="19" name="Graphic 18" descr="Classroom with solid fill">
            <a:extLst>
              <a:ext uri="{FF2B5EF4-FFF2-40B4-BE49-F238E27FC236}">
                <a16:creationId xmlns:a16="http://schemas.microsoft.com/office/drawing/2014/main" id="{4DCE4B79-4A98-0D8F-7156-A62C92F18B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3366" y="4359801"/>
            <a:ext cx="302266" cy="302266"/>
          </a:xfrm>
          <a:prstGeom prst="rect">
            <a:avLst/>
          </a:prstGeom>
        </p:spPr>
      </p:pic>
      <p:pic>
        <p:nvPicPr>
          <p:cNvPr id="20" name="Graphic 19" descr="Classroom with solid fill">
            <a:extLst>
              <a:ext uri="{FF2B5EF4-FFF2-40B4-BE49-F238E27FC236}">
                <a16:creationId xmlns:a16="http://schemas.microsoft.com/office/drawing/2014/main" id="{491D0CC0-F153-7543-A85B-E5599D11A9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4459" y="4358267"/>
            <a:ext cx="302266" cy="30226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87BC3CC-0DB2-CD44-A0CE-1D054169999D}"/>
              </a:ext>
            </a:extLst>
          </p:cNvPr>
          <p:cNvSpPr txBox="1"/>
          <p:nvPr/>
        </p:nvSpPr>
        <p:spPr>
          <a:xfrm>
            <a:off x="1993538" y="1249550"/>
            <a:ext cx="1903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Year 5 Wellbeing Report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9" name="Graphic 98">
            <a:extLst>
              <a:ext uri="{FF2B5EF4-FFF2-40B4-BE49-F238E27FC236}">
                <a16:creationId xmlns:a16="http://schemas.microsoft.com/office/drawing/2014/main" id="{74961E97-B03C-89CA-9B75-A9D822E4AD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245755" y="1343543"/>
            <a:ext cx="374343" cy="374343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57048E1B-4929-BC4D-E51E-3665BF2A0C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435" y="568844"/>
            <a:ext cx="833886" cy="833886"/>
          </a:xfrm>
          <a:prstGeom prst="rect">
            <a:avLst/>
          </a:prstGeom>
        </p:spPr>
      </p:pic>
      <p:pic>
        <p:nvPicPr>
          <p:cNvPr id="102" name="Graphic 101" descr="Back with solid fill">
            <a:extLst>
              <a:ext uri="{FF2B5EF4-FFF2-40B4-BE49-F238E27FC236}">
                <a16:creationId xmlns:a16="http://schemas.microsoft.com/office/drawing/2014/main" id="{9DED66D1-9D64-4346-FDE7-A419B063B1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93651" y="758680"/>
            <a:ext cx="271673" cy="271673"/>
          </a:xfrm>
          <a:prstGeom prst="rect">
            <a:avLst/>
          </a:prstGeom>
        </p:spPr>
      </p:pic>
      <p:sp>
        <p:nvSpPr>
          <p:cNvPr id="106" name="Rounded Rectangle 55">
            <a:extLst>
              <a:ext uri="{FF2B5EF4-FFF2-40B4-BE49-F238E27FC236}">
                <a16:creationId xmlns:a16="http://schemas.microsoft.com/office/drawing/2014/main" id="{F69F0E71-B695-3956-4A9E-3D8593502B45}"/>
              </a:ext>
            </a:extLst>
          </p:cNvPr>
          <p:cNvSpPr/>
          <p:nvPr/>
        </p:nvSpPr>
        <p:spPr>
          <a:xfrm>
            <a:off x="11307432" y="780779"/>
            <a:ext cx="423420" cy="2030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5247A05-0382-CB5F-AB0E-DF0A01CCD844}"/>
              </a:ext>
            </a:extLst>
          </p:cNvPr>
          <p:cNvSpPr txBox="1"/>
          <p:nvPr/>
        </p:nvSpPr>
        <p:spPr>
          <a:xfrm>
            <a:off x="9620098" y="1272290"/>
            <a:ext cx="102351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Student A</a:t>
            </a:r>
          </a:p>
          <a:p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Class 1-A</a:t>
            </a:r>
            <a:endParaRPr lang="en-IN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02806CB3-0E39-2052-027E-B581FC9207F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795631" y="1748529"/>
            <a:ext cx="1203230" cy="1133729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A1E6BBEA-3DA6-0D76-3311-D056428BF381}"/>
              </a:ext>
            </a:extLst>
          </p:cNvPr>
          <p:cNvSpPr txBox="1"/>
          <p:nvPr/>
        </p:nvSpPr>
        <p:spPr>
          <a:xfrm>
            <a:off x="10262848" y="2083100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033D690A-2E5E-59A5-9682-FBDAC39D7816}"/>
              </a:ext>
            </a:extLst>
          </p:cNvPr>
          <p:cNvGrpSpPr/>
          <p:nvPr/>
        </p:nvGrpSpPr>
        <p:grpSpPr>
          <a:xfrm>
            <a:off x="9620094" y="2940670"/>
            <a:ext cx="763132" cy="59738"/>
            <a:chOff x="9620094" y="2940670"/>
            <a:chExt cx="763132" cy="59738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F8B7A41E-A566-7C51-67F3-7BDF009714A5}"/>
                </a:ext>
              </a:extLst>
            </p:cNvPr>
            <p:cNvSpPr/>
            <p:nvPr/>
          </p:nvSpPr>
          <p:spPr>
            <a:xfrm>
              <a:off x="9620094" y="2940670"/>
              <a:ext cx="763132" cy="5973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0575E5AE-E652-1BF1-CEF5-85B512EF2702}"/>
                </a:ext>
              </a:extLst>
            </p:cNvPr>
            <p:cNvSpPr/>
            <p:nvPr/>
          </p:nvSpPr>
          <p:spPr>
            <a:xfrm>
              <a:off x="9620098" y="2942804"/>
              <a:ext cx="682142" cy="57603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80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48E9A17-0C16-7105-B36E-12196A25809D}"/>
              </a:ext>
            </a:extLst>
          </p:cNvPr>
          <p:cNvGrpSpPr/>
          <p:nvPr/>
        </p:nvGrpSpPr>
        <p:grpSpPr>
          <a:xfrm>
            <a:off x="9615905" y="3108461"/>
            <a:ext cx="763132" cy="63364"/>
            <a:chOff x="9180316" y="2949608"/>
            <a:chExt cx="1023517" cy="107646"/>
          </a:xfrm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5669C48A-AE61-86B8-6599-A334DC2D019A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8E851DD2-B4BC-634C-2248-2F276E02B4D4}"/>
                </a:ext>
              </a:extLst>
            </p:cNvPr>
            <p:cNvSpPr/>
            <p:nvPr/>
          </p:nvSpPr>
          <p:spPr>
            <a:xfrm>
              <a:off x="9180317" y="2953238"/>
              <a:ext cx="613915" cy="10401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E05D0A4-4D66-C63B-7883-2C3F1FEBB2B2}"/>
              </a:ext>
            </a:extLst>
          </p:cNvPr>
          <p:cNvGrpSpPr/>
          <p:nvPr/>
        </p:nvGrpSpPr>
        <p:grpSpPr>
          <a:xfrm>
            <a:off x="9618649" y="3268769"/>
            <a:ext cx="763132" cy="59738"/>
            <a:chOff x="9180316" y="2949608"/>
            <a:chExt cx="1023517" cy="10148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B7D034D6-0470-5CFB-A27A-3E7C39503240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F23D8E62-7013-B319-93FB-CBDD165EC55C}"/>
                </a:ext>
              </a:extLst>
            </p:cNvPr>
            <p:cNvSpPr/>
            <p:nvPr/>
          </p:nvSpPr>
          <p:spPr>
            <a:xfrm>
              <a:off x="9180317" y="2953240"/>
              <a:ext cx="359845" cy="8734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1BE588F-5186-BEE0-64D5-138425F14A27}"/>
              </a:ext>
            </a:extLst>
          </p:cNvPr>
          <p:cNvGrpSpPr/>
          <p:nvPr/>
        </p:nvGrpSpPr>
        <p:grpSpPr>
          <a:xfrm>
            <a:off x="9618649" y="3441766"/>
            <a:ext cx="763132" cy="59738"/>
            <a:chOff x="9180316" y="2949608"/>
            <a:chExt cx="1023517" cy="101486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04112633-05B3-9338-6187-306C2740E606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24" name="Rectangle: Rounded Corners 1023">
              <a:extLst>
                <a:ext uri="{FF2B5EF4-FFF2-40B4-BE49-F238E27FC236}">
                  <a16:creationId xmlns:a16="http://schemas.microsoft.com/office/drawing/2014/main" id="{1C967AD4-9D0A-029B-C184-F9DA904F0466}"/>
                </a:ext>
              </a:extLst>
            </p:cNvPr>
            <p:cNvSpPr/>
            <p:nvPr/>
          </p:nvSpPr>
          <p:spPr>
            <a:xfrm>
              <a:off x="9180317" y="2953240"/>
              <a:ext cx="548915" cy="7767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B2332DF9-F8F1-0976-8AED-0E464C024F6C}"/>
              </a:ext>
            </a:extLst>
          </p:cNvPr>
          <p:cNvGrpSpPr/>
          <p:nvPr/>
        </p:nvGrpSpPr>
        <p:grpSpPr>
          <a:xfrm>
            <a:off x="10552010" y="2940548"/>
            <a:ext cx="763132" cy="59738"/>
            <a:chOff x="9180316" y="2949608"/>
            <a:chExt cx="1023517" cy="101486"/>
          </a:xfrm>
        </p:grpSpPr>
        <p:sp>
          <p:nvSpPr>
            <p:cNvPr id="1027" name="Rectangle: Rounded Corners 1026">
              <a:extLst>
                <a:ext uri="{FF2B5EF4-FFF2-40B4-BE49-F238E27FC236}">
                  <a16:creationId xmlns:a16="http://schemas.microsoft.com/office/drawing/2014/main" id="{10C4C57B-DDAE-6437-3D83-4AA87B0B5B4E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29" name="Rectangle: Rounded Corners 1028">
              <a:extLst>
                <a:ext uri="{FF2B5EF4-FFF2-40B4-BE49-F238E27FC236}">
                  <a16:creationId xmlns:a16="http://schemas.microsoft.com/office/drawing/2014/main" id="{9AC28955-E025-01C4-FAFA-C8081FB09A68}"/>
                </a:ext>
              </a:extLst>
            </p:cNvPr>
            <p:cNvSpPr/>
            <p:nvPr/>
          </p:nvSpPr>
          <p:spPr>
            <a:xfrm>
              <a:off x="9180317" y="2953240"/>
              <a:ext cx="763784" cy="97854"/>
            </a:xfrm>
            <a:prstGeom prst="roundRect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67B44619-4746-90ED-7B41-05081DBE25D6}"/>
              </a:ext>
            </a:extLst>
          </p:cNvPr>
          <p:cNvGrpSpPr/>
          <p:nvPr/>
        </p:nvGrpSpPr>
        <p:grpSpPr>
          <a:xfrm>
            <a:off x="10552010" y="3104598"/>
            <a:ext cx="763132" cy="67226"/>
            <a:chOff x="9180316" y="2949608"/>
            <a:chExt cx="1023517" cy="114207"/>
          </a:xfrm>
        </p:grpSpPr>
        <p:sp>
          <p:nvSpPr>
            <p:cNvPr id="1031" name="Rectangle: Rounded Corners 1030">
              <a:extLst>
                <a:ext uri="{FF2B5EF4-FFF2-40B4-BE49-F238E27FC236}">
                  <a16:creationId xmlns:a16="http://schemas.microsoft.com/office/drawing/2014/main" id="{B86CAB00-C682-5C74-A496-F58BE0DFDDFC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2" name="Rectangle: Rounded Corners 1031">
              <a:extLst>
                <a:ext uri="{FF2B5EF4-FFF2-40B4-BE49-F238E27FC236}">
                  <a16:creationId xmlns:a16="http://schemas.microsoft.com/office/drawing/2014/main" id="{7879E9BE-5B81-A9F3-3736-919717A901A3}"/>
                </a:ext>
              </a:extLst>
            </p:cNvPr>
            <p:cNvSpPr/>
            <p:nvPr/>
          </p:nvSpPr>
          <p:spPr>
            <a:xfrm>
              <a:off x="9180317" y="2953238"/>
              <a:ext cx="503045" cy="110577"/>
            </a:xfrm>
            <a:prstGeom prst="roundRect">
              <a:avLst/>
            </a:prstGeom>
            <a:solidFill>
              <a:srgbClr val="E12B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229521E9-C8FA-B8ED-12DD-B954964A6151}"/>
              </a:ext>
            </a:extLst>
          </p:cNvPr>
          <p:cNvGrpSpPr/>
          <p:nvPr/>
        </p:nvGrpSpPr>
        <p:grpSpPr>
          <a:xfrm>
            <a:off x="10552010" y="3268782"/>
            <a:ext cx="763132" cy="61170"/>
            <a:chOff x="9180316" y="2949608"/>
            <a:chExt cx="1023517" cy="103918"/>
          </a:xfrm>
        </p:grpSpPr>
        <p:sp>
          <p:nvSpPr>
            <p:cNvPr id="1034" name="Rectangle: Rounded Corners 1033">
              <a:extLst>
                <a:ext uri="{FF2B5EF4-FFF2-40B4-BE49-F238E27FC236}">
                  <a16:creationId xmlns:a16="http://schemas.microsoft.com/office/drawing/2014/main" id="{E8111C54-8811-C46E-47A2-D75A8AB70D23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5" name="Rectangle: Rounded Corners 1034">
              <a:extLst>
                <a:ext uri="{FF2B5EF4-FFF2-40B4-BE49-F238E27FC236}">
                  <a16:creationId xmlns:a16="http://schemas.microsoft.com/office/drawing/2014/main" id="{01AD9C75-8ACE-9EDC-B72B-816980D7B6CD}"/>
                </a:ext>
              </a:extLst>
            </p:cNvPr>
            <p:cNvSpPr/>
            <p:nvPr/>
          </p:nvSpPr>
          <p:spPr>
            <a:xfrm>
              <a:off x="9180317" y="2953238"/>
              <a:ext cx="196944" cy="10028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4A6E19B5-05AD-B3A8-4413-F78246BAF553}"/>
              </a:ext>
            </a:extLst>
          </p:cNvPr>
          <p:cNvGrpSpPr/>
          <p:nvPr/>
        </p:nvGrpSpPr>
        <p:grpSpPr>
          <a:xfrm>
            <a:off x="10552010" y="3444156"/>
            <a:ext cx="763132" cy="67240"/>
            <a:chOff x="9180316" y="2949608"/>
            <a:chExt cx="1023517" cy="114230"/>
          </a:xfrm>
        </p:grpSpPr>
        <p:sp>
          <p:nvSpPr>
            <p:cNvPr id="1037" name="Rectangle: Rounded Corners 1036">
              <a:extLst>
                <a:ext uri="{FF2B5EF4-FFF2-40B4-BE49-F238E27FC236}">
                  <a16:creationId xmlns:a16="http://schemas.microsoft.com/office/drawing/2014/main" id="{8D5B66CF-2FD2-54D2-ED75-80AE2BE22CE1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8" name="Rectangle: Rounded Corners 1037">
              <a:extLst>
                <a:ext uri="{FF2B5EF4-FFF2-40B4-BE49-F238E27FC236}">
                  <a16:creationId xmlns:a16="http://schemas.microsoft.com/office/drawing/2014/main" id="{38484868-9BE8-5CBC-94A2-066E806E0E5F}"/>
                </a:ext>
              </a:extLst>
            </p:cNvPr>
            <p:cNvSpPr/>
            <p:nvPr/>
          </p:nvSpPr>
          <p:spPr>
            <a:xfrm>
              <a:off x="9180316" y="2953238"/>
              <a:ext cx="876074" cy="1106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042" name="Rectangle: Rounded Corners 1041">
            <a:extLst>
              <a:ext uri="{FF2B5EF4-FFF2-40B4-BE49-F238E27FC236}">
                <a16:creationId xmlns:a16="http://schemas.microsoft.com/office/drawing/2014/main" id="{ADF839A8-A5B2-BC51-C7C1-C1C53A545D5C}"/>
              </a:ext>
            </a:extLst>
          </p:cNvPr>
          <p:cNvSpPr/>
          <p:nvPr/>
        </p:nvSpPr>
        <p:spPr>
          <a:xfrm>
            <a:off x="9400379" y="3931739"/>
            <a:ext cx="1010254" cy="120901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Select Start Date...</a:t>
            </a:r>
            <a:endParaRPr lang="en-I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3" name="Rectangle: Rounded Corners 1042">
            <a:extLst>
              <a:ext uri="{FF2B5EF4-FFF2-40B4-BE49-F238E27FC236}">
                <a16:creationId xmlns:a16="http://schemas.microsoft.com/office/drawing/2014/main" id="{8D4BFC71-B9AA-DCF6-4EE2-FC58A6F430EF}"/>
              </a:ext>
            </a:extLst>
          </p:cNvPr>
          <p:cNvSpPr/>
          <p:nvPr/>
        </p:nvSpPr>
        <p:spPr>
          <a:xfrm>
            <a:off x="10594318" y="3931739"/>
            <a:ext cx="985516" cy="120901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Select End Date...</a:t>
            </a:r>
            <a:endParaRPr lang="en-I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44" name="Graphic 1043" descr="Caret Down with solid fill">
            <a:extLst>
              <a:ext uri="{FF2B5EF4-FFF2-40B4-BE49-F238E27FC236}">
                <a16:creationId xmlns:a16="http://schemas.microsoft.com/office/drawing/2014/main" id="{29AD69F6-FEB6-9F50-FDFE-7874E64605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7265" y="3621898"/>
            <a:ext cx="227053" cy="227053"/>
          </a:xfrm>
          <a:prstGeom prst="rect">
            <a:avLst/>
          </a:prstGeom>
        </p:spPr>
      </p:pic>
      <p:pic>
        <p:nvPicPr>
          <p:cNvPr id="1045" name="Picture 1044">
            <a:extLst>
              <a:ext uri="{FF2B5EF4-FFF2-40B4-BE49-F238E27FC236}">
                <a16:creationId xmlns:a16="http://schemas.microsoft.com/office/drawing/2014/main" id="{C46DC386-E3E3-FD72-7401-9406C96063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3651" y="4297875"/>
            <a:ext cx="2439370" cy="811669"/>
          </a:xfrm>
          <a:prstGeom prst="rect">
            <a:avLst/>
          </a:prstGeom>
        </p:spPr>
      </p:pic>
      <p:pic>
        <p:nvPicPr>
          <p:cNvPr id="1047" name="Graphic 1046" descr="Chat bubble outline">
            <a:extLst>
              <a:ext uri="{FF2B5EF4-FFF2-40B4-BE49-F238E27FC236}">
                <a16:creationId xmlns:a16="http://schemas.microsoft.com/office/drawing/2014/main" id="{50CFDA75-AB32-C617-0468-97C3C88F17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85159" y="1330373"/>
            <a:ext cx="240105" cy="240105"/>
          </a:xfrm>
          <a:prstGeom prst="rect">
            <a:avLst/>
          </a:prstGeom>
        </p:spPr>
      </p:pic>
      <p:pic>
        <p:nvPicPr>
          <p:cNvPr id="1049" name="Graphic 1048" descr="Exclamation mark with solid fill">
            <a:extLst>
              <a:ext uri="{FF2B5EF4-FFF2-40B4-BE49-F238E27FC236}">
                <a16:creationId xmlns:a16="http://schemas.microsoft.com/office/drawing/2014/main" id="{8BB61070-C4C2-8328-AA50-EF66B9DD03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63817" y="1371617"/>
            <a:ext cx="139882" cy="139882"/>
          </a:xfrm>
          <a:prstGeom prst="rect">
            <a:avLst/>
          </a:prstGeom>
        </p:spPr>
      </p:pic>
      <p:sp>
        <p:nvSpPr>
          <p:cNvPr id="1050" name="Oval 1049">
            <a:extLst>
              <a:ext uri="{FF2B5EF4-FFF2-40B4-BE49-F238E27FC236}">
                <a16:creationId xmlns:a16="http://schemas.microsoft.com/office/drawing/2014/main" id="{59F488B1-EBF4-079C-4D9C-896ABD804D1B}"/>
              </a:ext>
            </a:extLst>
          </p:cNvPr>
          <p:cNvSpPr/>
          <p:nvPr/>
        </p:nvSpPr>
        <p:spPr>
          <a:xfrm>
            <a:off x="11349449" y="1357250"/>
            <a:ext cx="164861" cy="163064"/>
          </a:xfrm>
          <a:prstGeom prst="ellipse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C7A5877-4765-3E3A-8D48-7AF1D4154C98}"/>
              </a:ext>
            </a:extLst>
          </p:cNvPr>
          <p:cNvSpPr/>
          <p:nvPr/>
        </p:nvSpPr>
        <p:spPr>
          <a:xfrm>
            <a:off x="2607275" y="5443181"/>
            <a:ext cx="1096212" cy="331484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Add /  Update </a:t>
            </a:r>
            <a:endParaRPr lang="en-IN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74B7F8-A190-AC31-666E-95BCF892FD56}"/>
              </a:ext>
            </a:extLst>
          </p:cNvPr>
          <p:cNvSpPr txBox="1"/>
          <p:nvPr/>
        </p:nvSpPr>
        <p:spPr>
          <a:xfrm>
            <a:off x="1992278" y="1083335"/>
            <a:ext cx="726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Year 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37270B-7F66-D02C-CBAC-A3B250867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657" y="566841"/>
            <a:ext cx="833886" cy="833886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CEEE69C-D8C2-D0D6-35A0-62D63625091D}"/>
              </a:ext>
            </a:extLst>
          </p:cNvPr>
          <p:cNvGrpSpPr/>
          <p:nvPr/>
        </p:nvGrpSpPr>
        <p:grpSpPr>
          <a:xfrm>
            <a:off x="5717934" y="1279772"/>
            <a:ext cx="406504" cy="366518"/>
            <a:chOff x="5756901" y="1409704"/>
            <a:chExt cx="406504" cy="366518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814A1D-3C33-A232-C759-C055A23EB32C}"/>
                </a:ext>
              </a:extLst>
            </p:cNvPr>
            <p:cNvSpPr/>
            <p:nvPr/>
          </p:nvSpPr>
          <p:spPr>
            <a:xfrm>
              <a:off x="5756901" y="1409704"/>
              <a:ext cx="406504" cy="36651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49" name="Graphic 48" descr="Classroom with solid fill">
              <a:extLst>
                <a:ext uri="{FF2B5EF4-FFF2-40B4-BE49-F238E27FC236}">
                  <a16:creationId xmlns:a16="http://schemas.microsoft.com/office/drawing/2014/main" id="{4ACD7D94-792C-6A13-7E0C-01E94C957C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16605" y="1454718"/>
              <a:ext cx="302266" cy="302266"/>
            </a:xfrm>
            <a:prstGeom prst="rect">
              <a:avLst/>
            </a:prstGeom>
          </p:spPr>
        </p:pic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5390CBB7-5286-1447-01D5-7894B99C7DD3}"/>
              </a:ext>
            </a:extLst>
          </p:cNvPr>
          <p:cNvSpPr txBox="1"/>
          <p:nvPr/>
        </p:nvSpPr>
        <p:spPr>
          <a:xfrm>
            <a:off x="6079904" y="1230133"/>
            <a:ext cx="8627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Class</a:t>
            </a:r>
            <a:r>
              <a:rPr lang="en-US" sz="1400" b="1" dirty="0"/>
              <a:t> </a:t>
            </a:r>
            <a:r>
              <a:rPr lang="en-US" sz="1400" dirty="0">
                <a:solidFill>
                  <a:srgbClr val="01CED1"/>
                </a:solidFill>
              </a:rPr>
              <a:t>1-A</a:t>
            </a:r>
          </a:p>
          <a:p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Mr. A</a:t>
            </a:r>
            <a:endParaRPr lang="en-IN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D2C26D3-B82F-8A75-65FE-FAABC640DFF5}"/>
              </a:ext>
            </a:extLst>
          </p:cNvPr>
          <p:cNvGrpSpPr/>
          <p:nvPr/>
        </p:nvGrpSpPr>
        <p:grpSpPr>
          <a:xfrm>
            <a:off x="2046650" y="1692764"/>
            <a:ext cx="2303825" cy="980377"/>
            <a:chOff x="5827157" y="4748037"/>
            <a:chExt cx="2179455" cy="707459"/>
          </a:xfrm>
        </p:grpSpPr>
        <p:pic>
          <p:nvPicPr>
            <p:cNvPr id="104" name="Picture 2" descr="javascript - flot - axis labels - monthNames wrongly ordered? - Stack  Overflow">
              <a:extLst>
                <a:ext uri="{FF2B5EF4-FFF2-40B4-BE49-F238E27FC236}">
                  <a16:creationId xmlns:a16="http://schemas.microsoft.com/office/drawing/2014/main" id="{9A97BBD6-6E6F-553A-5796-28FE7A6F91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399" y="5052825"/>
              <a:ext cx="729779" cy="36351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0F384CA9-9E47-86DF-E39E-51AD5CC57D68}"/>
                </a:ext>
              </a:extLst>
            </p:cNvPr>
            <p:cNvSpPr/>
            <p:nvPr/>
          </p:nvSpPr>
          <p:spPr>
            <a:xfrm>
              <a:off x="5827157" y="4748037"/>
              <a:ext cx="1010254" cy="120901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Select Start Date...</a:t>
              </a:r>
              <a:endParaRPr lang="en-IN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7640D962-156A-9DD4-8C1A-BFF550A4F49D}"/>
                </a:ext>
              </a:extLst>
            </p:cNvPr>
            <p:cNvSpPr/>
            <p:nvPr/>
          </p:nvSpPr>
          <p:spPr>
            <a:xfrm>
              <a:off x="7021096" y="4748037"/>
              <a:ext cx="985516" cy="120901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Select End Date...</a:t>
              </a:r>
              <a:endParaRPr lang="en-IN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C65C1333-FB22-042B-4CC5-E92DB3D67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9059" y="5052825"/>
              <a:ext cx="629589" cy="40267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pic>
        <p:nvPicPr>
          <p:cNvPr id="110" name="Graphic 109" descr="Caret Down with solid fill">
            <a:extLst>
              <a:ext uri="{FF2B5EF4-FFF2-40B4-BE49-F238E27FC236}">
                <a16:creationId xmlns:a16="http://schemas.microsoft.com/office/drawing/2014/main" id="{0FB92DA4-0474-A561-A66C-BB7382477B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9539" y="5627867"/>
            <a:ext cx="366233" cy="366233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5BA747EF-B181-5918-8022-C5AEA1DC2DAB}"/>
              </a:ext>
            </a:extLst>
          </p:cNvPr>
          <p:cNvSpPr txBox="1"/>
          <p:nvPr/>
        </p:nvSpPr>
        <p:spPr>
          <a:xfrm>
            <a:off x="5753188" y="1740944"/>
            <a:ext cx="2336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/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B5DECD54-BAED-7B80-07AE-F284BF306C20}"/>
              </a:ext>
            </a:extLst>
          </p:cNvPr>
          <p:cNvGrpSpPr/>
          <p:nvPr/>
        </p:nvGrpSpPr>
        <p:grpSpPr>
          <a:xfrm>
            <a:off x="5725156" y="3790371"/>
            <a:ext cx="2313376" cy="1822993"/>
            <a:chOff x="5735482" y="2826769"/>
            <a:chExt cx="2313376" cy="1822993"/>
          </a:xfrm>
        </p:grpSpPr>
        <p:grpSp>
          <p:nvGrpSpPr>
            <p:cNvPr id="1041" name="Group 1040">
              <a:extLst>
                <a:ext uri="{FF2B5EF4-FFF2-40B4-BE49-F238E27FC236}">
                  <a16:creationId xmlns:a16="http://schemas.microsoft.com/office/drawing/2014/main" id="{E380199C-EB3C-AFA6-EFAD-C8C1B7EE87B4}"/>
                </a:ext>
              </a:extLst>
            </p:cNvPr>
            <p:cNvGrpSpPr/>
            <p:nvPr/>
          </p:nvGrpSpPr>
          <p:grpSpPr>
            <a:xfrm>
              <a:off x="5735482" y="2826769"/>
              <a:ext cx="2313376" cy="1821130"/>
              <a:chOff x="5750437" y="2911541"/>
              <a:chExt cx="2313376" cy="1821130"/>
            </a:xfrm>
          </p:grpSpPr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7F4BCAD0-9A12-E268-EA5A-3CE1686ADEB7}"/>
                  </a:ext>
                </a:extLst>
              </p:cNvPr>
              <p:cNvSpPr/>
              <p:nvPr/>
            </p:nvSpPr>
            <p:spPr>
              <a:xfrm>
                <a:off x="5750437" y="2911541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1074" name="Group 1073">
                <a:extLst>
                  <a:ext uri="{FF2B5EF4-FFF2-40B4-BE49-F238E27FC236}">
                    <a16:creationId xmlns:a16="http://schemas.microsoft.com/office/drawing/2014/main" id="{C1A8B509-9526-59B1-F837-466C30920208}"/>
                  </a:ext>
                </a:extLst>
              </p:cNvPr>
              <p:cNvGrpSpPr/>
              <p:nvPr/>
            </p:nvGrpSpPr>
            <p:grpSpPr>
              <a:xfrm>
                <a:off x="5750437" y="3142809"/>
                <a:ext cx="2313376" cy="1589862"/>
                <a:chOff x="5750437" y="3142809"/>
                <a:chExt cx="2313376" cy="1589862"/>
              </a:xfrm>
            </p:grpSpPr>
            <p:sp>
              <p:nvSpPr>
                <p:cNvPr id="1075" name="Rectangle 1074">
                  <a:extLst>
                    <a:ext uri="{FF2B5EF4-FFF2-40B4-BE49-F238E27FC236}">
                      <a16:creationId xmlns:a16="http://schemas.microsoft.com/office/drawing/2014/main" id="{C545A0BD-A063-F7F8-F68A-8FE8C1C53906}"/>
                    </a:ext>
                  </a:extLst>
                </p:cNvPr>
                <p:cNvSpPr/>
                <p:nvPr/>
              </p:nvSpPr>
              <p:spPr>
                <a:xfrm>
                  <a:off x="5750437" y="3142809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076" name="Rectangle 1075">
                  <a:extLst>
                    <a:ext uri="{FF2B5EF4-FFF2-40B4-BE49-F238E27FC236}">
                      <a16:creationId xmlns:a16="http://schemas.microsoft.com/office/drawing/2014/main" id="{6CDE9066-0890-BB36-3064-94C565B0BECF}"/>
                    </a:ext>
                  </a:extLst>
                </p:cNvPr>
                <p:cNvSpPr/>
                <p:nvPr/>
              </p:nvSpPr>
              <p:spPr>
                <a:xfrm>
                  <a:off x="5750437" y="3369802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077" name="Rectangle 1076">
                  <a:extLst>
                    <a:ext uri="{FF2B5EF4-FFF2-40B4-BE49-F238E27FC236}">
                      <a16:creationId xmlns:a16="http://schemas.microsoft.com/office/drawing/2014/main" id="{94FC6C0E-EC44-E7E5-4004-0659D6545AB8}"/>
                    </a:ext>
                  </a:extLst>
                </p:cNvPr>
                <p:cNvSpPr/>
                <p:nvPr/>
              </p:nvSpPr>
              <p:spPr>
                <a:xfrm>
                  <a:off x="5750437" y="3601070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078" name="Rectangle 1077">
                  <a:extLst>
                    <a:ext uri="{FF2B5EF4-FFF2-40B4-BE49-F238E27FC236}">
                      <a16:creationId xmlns:a16="http://schemas.microsoft.com/office/drawing/2014/main" id="{FAD4164A-8C30-C92A-DA5A-F7B6459DC854}"/>
                    </a:ext>
                  </a:extLst>
                </p:cNvPr>
                <p:cNvSpPr/>
                <p:nvPr/>
              </p:nvSpPr>
              <p:spPr>
                <a:xfrm>
                  <a:off x="5750437" y="3825128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079" name="Rectangle 1078">
                  <a:extLst>
                    <a:ext uri="{FF2B5EF4-FFF2-40B4-BE49-F238E27FC236}">
                      <a16:creationId xmlns:a16="http://schemas.microsoft.com/office/drawing/2014/main" id="{ADD78025-E6CF-E285-AB30-1F0F227430A7}"/>
                    </a:ext>
                  </a:extLst>
                </p:cNvPr>
                <p:cNvSpPr/>
                <p:nvPr/>
              </p:nvSpPr>
              <p:spPr>
                <a:xfrm>
                  <a:off x="5750437" y="4056396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080" name="Rectangle 1079">
                  <a:extLst>
                    <a:ext uri="{FF2B5EF4-FFF2-40B4-BE49-F238E27FC236}">
                      <a16:creationId xmlns:a16="http://schemas.microsoft.com/office/drawing/2014/main" id="{0C66E742-7EE8-BD4F-FB43-9F64D207DED9}"/>
                    </a:ext>
                  </a:extLst>
                </p:cNvPr>
                <p:cNvSpPr/>
                <p:nvPr/>
              </p:nvSpPr>
              <p:spPr>
                <a:xfrm>
                  <a:off x="5750437" y="4283389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081" name="Rectangle 1080">
                  <a:extLst>
                    <a:ext uri="{FF2B5EF4-FFF2-40B4-BE49-F238E27FC236}">
                      <a16:creationId xmlns:a16="http://schemas.microsoft.com/office/drawing/2014/main" id="{DB03CA5C-6F48-B962-C6D3-799AFA873620}"/>
                    </a:ext>
                  </a:extLst>
                </p:cNvPr>
                <p:cNvSpPr/>
                <p:nvPr/>
              </p:nvSpPr>
              <p:spPr>
                <a:xfrm>
                  <a:off x="5750437" y="4514657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pic>
          <p:nvPicPr>
            <p:cNvPr id="1046" name="Graphic 1045" descr="Caret Down with solid fill">
              <a:extLst>
                <a:ext uri="{FF2B5EF4-FFF2-40B4-BE49-F238E27FC236}">
                  <a16:creationId xmlns:a16="http://schemas.microsoft.com/office/drawing/2014/main" id="{3C8CE271-0701-E953-3F5A-D174A56E40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879926" y="2873373"/>
              <a:ext cx="124805" cy="124805"/>
            </a:xfrm>
            <a:prstGeom prst="rect">
              <a:avLst/>
            </a:prstGeom>
          </p:spPr>
        </p:pic>
        <p:pic>
          <p:nvPicPr>
            <p:cNvPr id="1048" name="Graphic 1047" descr="Caret Down with solid fill">
              <a:extLst>
                <a:ext uri="{FF2B5EF4-FFF2-40B4-BE49-F238E27FC236}">
                  <a16:creationId xmlns:a16="http://schemas.microsoft.com/office/drawing/2014/main" id="{0BF345D5-765F-057B-2B0F-136F3407FE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879925" y="3097643"/>
              <a:ext cx="124805" cy="124805"/>
            </a:xfrm>
            <a:prstGeom prst="rect">
              <a:avLst/>
            </a:prstGeom>
          </p:spPr>
        </p:pic>
        <p:pic>
          <p:nvPicPr>
            <p:cNvPr id="1051" name="Graphic 1050" descr="Caret Down with solid fill">
              <a:extLst>
                <a:ext uri="{FF2B5EF4-FFF2-40B4-BE49-F238E27FC236}">
                  <a16:creationId xmlns:a16="http://schemas.microsoft.com/office/drawing/2014/main" id="{F2C90925-FA51-C015-9234-E65712B60C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879924" y="3327136"/>
              <a:ext cx="124805" cy="124805"/>
            </a:xfrm>
            <a:prstGeom prst="rect">
              <a:avLst/>
            </a:prstGeom>
          </p:spPr>
        </p:pic>
        <p:pic>
          <p:nvPicPr>
            <p:cNvPr id="1052" name="Graphic 1051" descr="Caret Down with solid fill">
              <a:extLst>
                <a:ext uri="{FF2B5EF4-FFF2-40B4-BE49-F238E27FC236}">
                  <a16:creationId xmlns:a16="http://schemas.microsoft.com/office/drawing/2014/main" id="{C62047B9-73F1-FA8C-0F61-0FD84C34E9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879923" y="3566439"/>
              <a:ext cx="124805" cy="124805"/>
            </a:xfrm>
            <a:prstGeom prst="rect">
              <a:avLst/>
            </a:prstGeom>
          </p:spPr>
        </p:pic>
        <p:pic>
          <p:nvPicPr>
            <p:cNvPr id="1053" name="Graphic 1052" descr="Caret Down with solid fill">
              <a:extLst>
                <a:ext uri="{FF2B5EF4-FFF2-40B4-BE49-F238E27FC236}">
                  <a16:creationId xmlns:a16="http://schemas.microsoft.com/office/drawing/2014/main" id="{AA04DA62-6719-1129-1F4E-0DE677F8AA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887113" y="3795758"/>
              <a:ext cx="124805" cy="124805"/>
            </a:xfrm>
            <a:prstGeom prst="rect">
              <a:avLst/>
            </a:prstGeom>
          </p:spPr>
        </p:pic>
        <p:pic>
          <p:nvPicPr>
            <p:cNvPr id="1054" name="Graphic 1053" descr="Caret Down with solid fill">
              <a:extLst>
                <a:ext uri="{FF2B5EF4-FFF2-40B4-BE49-F238E27FC236}">
                  <a16:creationId xmlns:a16="http://schemas.microsoft.com/office/drawing/2014/main" id="{5D5E1944-1B71-0F85-F324-C13EEBDC28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887113" y="3999149"/>
              <a:ext cx="124805" cy="124805"/>
            </a:xfrm>
            <a:prstGeom prst="rect">
              <a:avLst/>
            </a:prstGeom>
          </p:spPr>
        </p:pic>
        <p:pic>
          <p:nvPicPr>
            <p:cNvPr id="1055" name="Graphic 1054" descr="Caret Down with solid fill">
              <a:extLst>
                <a:ext uri="{FF2B5EF4-FFF2-40B4-BE49-F238E27FC236}">
                  <a16:creationId xmlns:a16="http://schemas.microsoft.com/office/drawing/2014/main" id="{727700AD-D747-6802-9522-CF4728AE76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898131" y="4221195"/>
              <a:ext cx="124805" cy="124805"/>
            </a:xfrm>
            <a:prstGeom prst="rect">
              <a:avLst/>
            </a:prstGeom>
          </p:spPr>
        </p:pic>
        <p:pic>
          <p:nvPicPr>
            <p:cNvPr id="1056" name="Graphic 1055" descr="Caret Down with solid fill">
              <a:extLst>
                <a:ext uri="{FF2B5EF4-FFF2-40B4-BE49-F238E27FC236}">
                  <a16:creationId xmlns:a16="http://schemas.microsoft.com/office/drawing/2014/main" id="{BB791754-2528-732A-11C0-DE14108571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898131" y="4449061"/>
              <a:ext cx="124805" cy="124805"/>
            </a:xfrm>
            <a:prstGeom prst="rect">
              <a:avLst/>
            </a:prstGeom>
          </p:spPr>
        </p:pic>
        <p:sp>
          <p:nvSpPr>
            <p:cNvPr id="1057" name="Oval 1056">
              <a:extLst>
                <a:ext uri="{FF2B5EF4-FFF2-40B4-BE49-F238E27FC236}">
                  <a16:creationId xmlns:a16="http://schemas.microsoft.com/office/drawing/2014/main" id="{14F4412E-D325-20F3-F6E9-7AAE1991A69E}"/>
                </a:ext>
              </a:extLst>
            </p:cNvPr>
            <p:cNvSpPr/>
            <p:nvPr/>
          </p:nvSpPr>
          <p:spPr>
            <a:xfrm>
              <a:off x="7700409" y="2836846"/>
              <a:ext cx="146841" cy="163562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F71CB61C-1F37-AFDB-1D92-B047B465A511}"/>
                </a:ext>
              </a:extLst>
            </p:cNvPr>
            <p:cNvSpPr/>
            <p:nvPr/>
          </p:nvSpPr>
          <p:spPr>
            <a:xfrm>
              <a:off x="7708493" y="3069760"/>
              <a:ext cx="146841" cy="163562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D0B6C446-1468-5E07-6CD4-1914E78F8A92}"/>
                </a:ext>
              </a:extLst>
            </p:cNvPr>
            <p:cNvSpPr/>
            <p:nvPr/>
          </p:nvSpPr>
          <p:spPr>
            <a:xfrm>
              <a:off x="7708493" y="3301102"/>
              <a:ext cx="146841" cy="16356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AF54A4CA-59A2-EA8D-F078-6E4EC6341F59}"/>
                </a:ext>
              </a:extLst>
            </p:cNvPr>
            <p:cNvSpPr/>
            <p:nvPr/>
          </p:nvSpPr>
          <p:spPr>
            <a:xfrm>
              <a:off x="7708493" y="3531495"/>
              <a:ext cx="146841" cy="16356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57A813AC-88EF-CCD9-C1D2-E31B0ED786C5}"/>
                </a:ext>
              </a:extLst>
            </p:cNvPr>
            <p:cNvSpPr/>
            <p:nvPr/>
          </p:nvSpPr>
          <p:spPr>
            <a:xfrm>
              <a:off x="7715681" y="3768177"/>
              <a:ext cx="146841" cy="163562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16D277FA-911E-AA44-C3C0-490159BC71FF}"/>
                </a:ext>
              </a:extLst>
            </p:cNvPr>
            <p:cNvSpPr/>
            <p:nvPr/>
          </p:nvSpPr>
          <p:spPr>
            <a:xfrm>
              <a:off x="7710378" y="3999519"/>
              <a:ext cx="146841" cy="163562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9E0FB004-A442-E887-018F-22E9E207E458}"/>
                </a:ext>
              </a:extLst>
            </p:cNvPr>
            <p:cNvSpPr/>
            <p:nvPr/>
          </p:nvSpPr>
          <p:spPr>
            <a:xfrm>
              <a:off x="7708493" y="4216094"/>
              <a:ext cx="146841" cy="163562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E01726F2-D982-AA4C-9931-25953A5195FC}"/>
                </a:ext>
              </a:extLst>
            </p:cNvPr>
            <p:cNvSpPr/>
            <p:nvPr/>
          </p:nvSpPr>
          <p:spPr>
            <a:xfrm>
              <a:off x="7705298" y="4451052"/>
              <a:ext cx="146841" cy="163562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A523B5B0-7E5D-358B-7D72-8C8B323384DA}"/>
                </a:ext>
              </a:extLst>
            </p:cNvPr>
            <p:cNvSpPr txBox="1"/>
            <p:nvPr/>
          </p:nvSpPr>
          <p:spPr>
            <a:xfrm>
              <a:off x="5824822" y="2835650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A</a:t>
              </a:r>
            </a:p>
          </p:txBody>
        </p:sp>
        <p:sp>
          <p:nvSpPr>
            <p:cNvPr id="1066" name="TextBox 1065">
              <a:extLst>
                <a:ext uri="{FF2B5EF4-FFF2-40B4-BE49-F238E27FC236}">
                  <a16:creationId xmlns:a16="http://schemas.microsoft.com/office/drawing/2014/main" id="{0D13289D-F773-8026-A016-EF8A8A04EDB8}"/>
                </a:ext>
              </a:extLst>
            </p:cNvPr>
            <p:cNvSpPr txBox="1"/>
            <p:nvPr/>
          </p:nvSpPr>
          <p:spPr>
            <a:xfrm>
              <a:off x="5824822" y="3056736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B</a:t>
              </a:r>
            </a:p>
          </p:txBody>
        </p:sp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A1FD8F82-7260-5BE7-075E-20698AE3248E}"/>
                </a:ext>
              </a:extLst>
            </p:cNvPr>
            <p:cNvSpPr txBox="1"/>
            <p:nvPr/>
          </p:nvSpPr>
          <p:spPr>
            <a:xfrm>
              <a:off x="5823492" y="3265944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C</a:t>
              </a: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03026927-267E-6B0F-D0A8-EEA04404A4C0}"/>
                </a:ext>
              </a:extLst>
            </p:cNvPr>
            <p:cNvSpPr txBox="1"/>
            <p:nvPr/>
          </p:nvSpPr>
          <p:spPr>
            <a:xfrm>
              <a:off x="5832254" y="3511385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D</a:t>
              </a:r>
            </a:p>
          </p:txBody>
        </p:sp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D7F3A87C-F3F4-1CF0-31CA-CE02B9D47A79}"/>
                </a:ext>
              </a:extLst>
            </p:cNvPr>
            <p:cNvSpPr txBox="1"/>
            <p:nvPr/>
          </p:nvSpPr>
          <p:spPr>
            <a:xfrm>
              <a:off x="5832254" y="3737829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E</a:t>
              </a:r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117926FD-0711-F7AE-52FD-2075693AB4BA}"/>
                </a:ext>
              </a:extLst>
            </p:cNvPr>
            <p:cNvSpPr txBox="1"/>
            <p:nvPr/>
          </p:nvSpPr>
          <p:spPr>
            <a:xfrm>
              <a:off x="5832254" y="3961896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F</a:t>
              </a:r>
            </a:p>
          </p:txBody>
        </p:sp>
        <p:sp>
          <p:nvSpPr>
            <p:cNvPr id="1071" name="TextBox 1070">
              <a:extLst>
                <a:ext uri="{FF2B5EF4-FFF2-40B4-BE49-F238E27FC236}">
                  <a16:creationId xmlns:a16="http://schemas.microsoft.com/office/drawing/2014/main" id="{121B067B-F06F-65B2-A9CF-4F4D4CA3B7B5}"/>
                </a:ext>
              </a:extLst>
            </p:cNvPr>
            <p:cNvSpPr txBox="1"/>
            <p:nvPr/>
          </p:nvSpPr>
          <p:spPr>
            <a:xfrm>
              <a:off x="5832254" y="4190153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G</a:t>
              </a:r>
            </a:p>
          </p:txBody>
        </p:sp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61049A60-6E07-5CFE-A86B-CFA1940DB4C5}"/>
                </a:ext>
              </a:extLst>
            </p:cNvPr>
            <p:cNvSpPr txBox="1"/>
            <p:nvPr/>
          </p:nvSpPr>
          <p:spPr>
            <a:xfrm>
              <a:off x="5832254" y="4434318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H</a:t>
              </a:r>
            </a:p>
          </p:txBody>
        </p:sp>
      </p:grpSp>
      <p:sp>
        <p:nvSpPr>
          <p:cNvPr id="1082" name="Thought Bubble: Cloud 1081">
            <a:extLst>
              <a:ext uri="{FF2B5EF4-FFF2-40B4-BE49-F238E27FC236}">
                <a16:creationId xmlns:a16="http://schemas.microsoft.com/office/drawing/2014/main" id="{F35DDDB3-C10D-29CB-1CF8-27C90F1BE0FB}"/>
              </a:ext>
            </a:extLst>
          </p:cNvPr>
          <p:cNvSpPr/>
          <p:nvPr/>
        </p:nvSpPr>
        <p:spPr>
          <a:xfrm>
            <a:off x="7372887" y="5830300"/>
            <a:ext cx="832428" cy="524662"/>
          </a:xfrm>
          <a:prstGeom prst="cloudCallout">
            <a:avLst/>
          </a:prstGeom>
          <a:solidFill>
            <a:srgbClr val="FF3986"/>
          </a:solidFill>
          <a:ln>
            <a:solidFill>
              <a:srgbClr val="FF39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Elo</a:t>
            </a:r>
            <a:endParaRPr lang="en-IN" dirty="0"/>
          </a:p>
        </p:txBody>
      </p:sp>
      <p:pic>
        <p:nvPicPr>
          <p:cNvPr id="1083" name="Picture 1082">
            <a:extLst>
              <a:ext uri="{FF2B5EF4-FFF2-40B4-BE49-F238E27FC236}">
                <a16:creationId xmlns:a16="http://schemas.microsoft.com/office/drawing/2014/main" id="{50732161-0AD5-5A87-277E-13271F9BA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"/>
          <a:stretch>
            <a:fillRect/>
          </a:stretch>
        </p:blipFill>
        <p:spPr>
          <a:xfrm>
            <a:off x="8842771" y="312901"/>
            <a:ext cx="3203557" cy="6407518"/>
          </a:xfrm>
          <a:custGeom>
            <a:avLst/>
            <a:gdLst>
              <a:gd name="connsiteX0" fmla="*/ 550680 w 3366722"/>
              <a:gd name="connsiteY0" fmla="*/ 235307 h 6858000"/>
              <a:gd name="connsiteX1" fmla="*/ 213532 w 3366722"/>
              <a:gd name="connsiteY1" fmla="*/ 572455 h 6858000"/>
              <a:gd name="connsiteX2" fmla="*/ 213532 w 3366722"/>
              <a:gd name="connsiteY2" fmla="*/ 6270159 h 6858000"/>
              <a:gd name="connsiteX3" fmla="*/ 550680 w 3366722"/>
              <a:gd name="connsiteY3" fmla="*/ 6607307 h 6858000"/>
              <a:gd name="connsiteX4" fmla="*/ 2828384 w 3366722"/>
              <a:gd name="connsiteY4" fmla="*/ 6607307 h 6858000"/>
              <a:gd name="connsiteX5" fmla="*/ 3165532 w 3366722"/>
              <a:gd name="connsiteY5" fmla="*/ 6270159 h 6858000"/>
              <a:gd name="connsiteX6" fmla="*/ 3165532 w 3366722"/>
              <a:gd name="connsiteY6" fmla="*/ 572455 h 6858000"/>
              <a:gd name="connsiteX7" fmla="*/ 2828384 w 3366722"/>
              <a:gd name="connsiteY7" fmla="*/ 235307 h 6858000"/>
              <a:gd name="connsiteX8" fmla="*/ 561132 w 3366722"/>
              <a:gd name="connsiteY8" fmla="*/ 0 h 6858000"/>
              <a:gd name="connsiteX9" fmla="*/ 2805590 w 3366722"/>
              <a:gd name="connsiteY9" fmla="*/ 0 h 6858000"/>
              <a:gd name="connsiteX10" fmla="*/ 3366722 w 3366722"/>
              <a:gd name="connsiteY10" fmla="*/ 562440 h 6858000"/>
              <a:gd name="connsiteX11" fmla="*/ 3366722 w 3366722"/>
              <a:gd name="connsiteY11" fmla="*/ 6295560 h 6858000"/>
              <a:gd name="connsiteX12" fmla="*/ 2805590 w 3366722"/>
              <a:gd name="connsiteY12" fmla="*/ 6858000 h 6858000"/>
              <a:gd name="connsiteX13" fmla="*/ 561132 w 3366722"/>
              <a:gd name="connsiteY13" fmla="*/ 6858000 h 6858000"/>
              <a:gd name="connsiteX14" fmla="*/ 0 w 3366722"/>
              <a:gd name="connsiteY14" fmla="*/ 6295560 h 6858000"/>
              <a:gd name="connsiteX15" fmla="*/ 0 w 3366722"/>
              <a:gd name="connsiteY15" fmla="*/ 562440 h 6858000"/>
              <a:gd name="connsiteX16" fmla="*/ 561132 w 3366722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66722" h="6858000">
                <a:moveTo>
                  <a:pt x="550680" y="235307"/>
                </a:moveTo>
                <a:cubicBezTo>
                  <a:pt x="364478" y="235307"/>
                  <a:pt x="213532" y="386253"/>
                  <a:pt x="213532" y="572455"/>
                </a:cubicBezTo>
                <a:lnTo>
                  <a:pt x="213532" y="6270159"/>
                </a:lnTo>
                <a:cubicBezTo>
                  <a:pt x="213532" y="6456361"/>
                  <a:pt x="364478" y="6607307"/>
                  <a:pt x="550680" y="6607307"/>
                </a:cubicBezTo>
                <a:lnTo>
                  <a:pt x="2828384" y="6607307"/>
                </a:lnTo>
                <a:cubicBezTo>
                  <a:pt x="3014586" y="6607307"/>
                  <a:pt x="3165532" y="6456361"/>
                  <a:pt x="3165532" y="6270159"/>
                </a:cubicBezTo>
                <a:lnTo>
                  <a:pt x="3165532" y="572455"/>
                </a:lnTo>
                <a:cubicBezTo>
                  <a:pt x="3165532" y="386253"/>
                  <a:pt x="3014586" y="235307"/>
                  <a:pt x="2828384" y="235307"/>
                </a:cubicBezTo>
                <a:close/>
                <a:moveTo>
                  <a:pt x="561132" y="0"/>
                </a:moveTo>
                <a:lnTo>
                  <a:pt x="2805590" y="0"/>
                </a:lnTo>
                <a:cubicBezTo>
                  <a:pt x="3115495" y="0"/>
                  <a:pt x="3366722" y="251813"/>
                  <a:pt x="3366722" y="562440"/>
                </a:cubicBezTo>
                <a:lnTo>
                  <a:pt x="3366722" y="6295560"/>
                </a:lnTo>
                <a:cubicBezTo>
                  <a:pt x="3366722" y="6606187"/>
                  <a:pt x="3115495" y="6858000"/>
                  <a:pt x="2805590" y="6858000"/>
                </a:cubicBezTo>
                <a:lnTo>
                  <a:pt x="561132" y="6858000"/>
                </a:lnTo>
                <a:cubicBezTo>
                  <a:pt x="251227" y="6858000"/>
                  <a:pt x="0" y="6606187"/>
                  <a:pt x="0" y="6295560"/>
                </a:cubicBezTo>
                <a:lnTo>
                  <a:pt x="0" y="562440"/>
                </a:lnTo>
                <a:cubicBezTo>
                  <a:pt x="0" y="251813"/>
                  <a:pt x="251227" y="0"/>
                  <a:pt x="561132" y="0"/>
                </a:cubicBezTo>
                <a:close/>
              </a:path>
            </a:pathLst>
          </a:custGeom>
        </p:spPr>
      </p:pic>
      <p:grpSp>
        <p:nvGrpSpPr>
          <p:cNvPr id="1084" name="Group 1083">
            <a:extLst>
              <a:ext uri="{FF2B5EF4-FFF2-40B4-BE49-F238E27FC236}">
                <a16:creationId xmlns:a16="http://schemas.microsoft.com/office/drawing/2014/main" id="{29971015-23D1-AC72-E193-D51B010CE151}"/>
              </a:ext>
            </a:extLst>
          </p:cNvPr>
          <p:cNvGrpSpPr/>
          <p:nvPr/>
        </p:nvGrpSpPr>
        <p:grpSpPr>
          <a:xfrm>
            <a:off x="8864868" y="312901"/>
            <a:ext cx="3203557" cy="6407518"/>
            <a:chOff x="8666331" y="315797"/>
            <a:chExt cx="3366722" cy="6858000"/>
          </a:xfrm>
        </p:grpSpPr>
        <p:pic>
          <p:nvPicPr>
            <p:cNvPr id="1085" name="Picture 1084">
              <a:extLst>
                <a:ext uri="{FF2B5EF4-FFF2-40B4-BE49-F238E27FC236}">
                  <a16:creationId xmlns:a16="http://schemas.microsoft.com/office/drawing/2014/main" id="{62F3979A-A082-C66E-4C02-63DA51794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086" name="Picture 1085">
              <a:extLst>
                <a:ext uri="{FF2B5EF4-FFF2-40B4-BE49-F238E27FC236}">
                  <a16:creationId xmlns:a16="http://schemas.microsoft.com/office/drawing/2014/main" id="{2F454677-1097-6646-8FAA-9D7C9FE70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087" name="Rectangle 1086">
              <a:extLst>
                <a:ext uri="{FF2B5EF4-FFF2-40B4-BE49-F238E27FC236}">
                  <a16:creationId xmlns:a16="http://schemas.microsoft.com/office/drawing/2014/main" id="{A77FB56B-6D4A-9F49-CCB5-C9675CEB1423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031EB1-8FFB-31D0-ECDD-9C44EC9B05BC}"/>
              </a:ext>
            </a:extLst>
          </p:cNvPr>
          <p:cNvSpPr txBox="1"/>
          <p:nvPr/>
        </p:nvSpPr>
        <p:spPr>
          <a:xfrm>
            <a:off x="1937070" y="2707470"/>
            <a:ext cx="1018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3986"/>
                </a:solidFill>
              </a:rPr>
              <a:t>Classes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E5D56A2-8911-323E-2603-428EC34CD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777936"/>
              </p:ext>
            </p:extLst>
          </p:nvPr>
        </p:nvGraphicFramePr>
        <p:xfrm>
          <a:off x="5731963" y="3551923"/>
          <a:ext cx="2333886" cy="251460"/>
        </p:xfrm>
        <a:graphic>
          <a:graphicData uri="http://schemas.openxmlformats.org/drawingml/2006/table">
            <a:tbl>
              <a:tblPr/>
              <a:tblGrid>
                <a:gridCol w="2333886">
                  <a:extLst>
                    <a:ext uri="{9D8B030D-6E8A-4147-A177-3AD203B41FA5}">
                      <a16:colId xmlns:a16="http://schemas.microsoft.com/office/drawing/2014/main" val="2039337300"/>
                    </a:ext>
                  </a:extLst>
                </a:gridCol>
              </a:tblGrid>
              <a:tr h="125728">
                <a:tc>
                  <a:txBody>
                    <a:bodyPr/>
                    <a:lstStyle/>
                    <a:p>
                      <a:r>
                        <a:rPr lang="en-US" sz="1050" dirty="0"/>
                        <a:t>No of Students Requiring Attention: </a:t>
                      </a:r>
                      <a:r>
                        <a:rPr lang="en-US" sz="1050" dirty="0">
                          <a:solidFill>
                            <a:srgbClr val="311D6B"/>
                          </a:solidFill>
                        </a:rPr>
                        <a:t> 4</a:t>
                      </a:r>
                      <a:r>
                        <a:rPr lang="en-US" sz="1050" dirty="0"/>
                        <a:t> </a:t>
                      </a:r>
                      <a:endParaRPr lang="en-IN" sz="105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633025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BD234679-2482-470A-2B3E-2213B005B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921966"/>
              </p:ext>
            </p:extLst>
          </p:nvPr>
        </p:nvGraphicFramePr>
        <p:xfrm>
          <a:off x="5753188" y="2812762"/>
          <a:ext cx="2231083" cy="277000"/>
        </p:xfrm>
        <a:graphic>
          <a:graphicData uri="http://schemas.openxmlformats.org/drawingml/2006/table">
            <a:tbl>
              <a:tblPr/>
              <a:tblGrid>
                <a:gridCol w="2231083">
                  <a:extLst>
                    <a:ext uri="{9D8B030D-6E8A-4147-A177-3AD203B41FA5}">
                      <a16:colId xmlns:a16="http://schemas.microsoft.com/office/drawing/2014/main" val="2039337300"/>
                    </a:ext>
                  </a:extLst>
                </a:gridCol>
              </a:tblGrid>
              <a:tr h="277000">
                <a:tc>
                  <a:txBody>
                    <a:bodyPr/>
                    <a:lstStyle/>
                    <a:p>
                      <a:r>
                        <a:rPr lang="en-US" sz="1050" dirty="0"/>
                        <a:t>No of Students: 20 </a:t>
                      </a:r>
                      <a:endParaRPr lang="en-IN" sz="105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63302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08193307-71F8-C8F0-2F82-9327F7096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680801"/>
              </p:ext>
            </p:extLst>
          </p:nvPr>
        </p:nvGraphicFramePr>
        <p:xfrm>
          <a:off x="5761686" y="3144714"/>
          <a:ext cx="2189684" cy="302266"/>
        </p:xfrm>
        <a:graphic>
          <a:graphicData uri="http://schemas.openxmlformats.org/drawingml/2006/table">
            <a:tbl>
              <a:tblPr/>
              <a:tblGrid>
                <a:gridCol w="2189684">
                  <a:extLst>
                    <a:ext uri="{9D8B030D-6E8A-4147-A177-3AD203B41FA5}">
                      <a16:colId xmlns:a16="http://schemas.microsoft.com/office/drawing/2014/main" val="2039337300"/>
                    </a:ext>
                  </a:extLst>
                </a:gridCol>
              </a:tblGrid>
              <a:tr h="302266">
                <a:tc>
                  <a:txBody>
                    <a:bodyPr/>
                    <a:lstStyle/>
                    <a:p>
                      <a:r>
                        <a:rPr lang="en-US" sz="1050" dirty="0"/>
                        <a:t>Avg Well8 Score: 230</a:t>
                      </a:r>
                      <a:endParaRPr lang="en-IN" sz="105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633025"/>
                  </a:ext>
                </a:extLst>
              </a:tr>
            </a:tbl>
          </a:graphicData>
        </a:graphic>
      </p:graphicFrame>
      <p:sp>
        <p:nvSpPr>
          <p:cNvPr id="53" name="Thought Bubble: Cloud 52">
            <a:extLst>
              <a:ext uri="{FF2B5EF4-FFF2-40B4-BE49-F238E27FC236}">
                <a16:creationId xmlns:a16="http://schemas.microsoft.com/office/drawing/2014/main" id="{77E0D7E2-55A4-248A-A24C-71C1DF109FC2}"/>
              </a:ext>
            </a:extLst>
          </p:cNvPr>
          <p:cNvSpPr/>
          <p:nvPr/>
        </p:nvSpPr>
        <p:spPr>
          <a:xfrm>
            <a:off x="3612371" y="5806940"/>
            <a:ext cx="832428" cy="524662"/>
          </a:xfrm>
          <a:prstGeom prst="cloudCallout">
            <a:avLst/>
          </a:prstGeom>
          <a:solidFill>
            <a:srgbClr val="FF3986"/>
          </a:solidFill>
          <a:ln>
            <a:solidFill>
              <a:srgbClr val="FF39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Elo</a:t>
            </a:r>
            <a:endParaRPr lang="en-IN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4C36F91-3F25-5D85-3826-CEB26F0CDDA6}"/>
              </a:ext>
            </a:extLst>
          </p:cNvPr>
          <p:cNvGrpSpPr/>
          <p:nvPr/>
        </p:nvGrpSpPr>
        <p:grpSpPr>
          <a:xfrm>
            <a:off x="5975260" y="1970645"/>
            <a:ext cx="2179455" cy="707459"/>
            <a:chOff x="5827157" y="4748037"/>
            <a:chExt cx="2179455" cy="707459"/>
          </a:xfrm>
        </p:grpSpPr>
        <p:pic>
          <p:nvPicPr>
            <p:cNvPr id="57" name="Picture 2" descr="javascript - flot - axis labels - monthNames wrongly ordered? - Stack  Overflow">
              <a:extLst>
                <a:ext uri="{FF2B5EF4-FFF2-40B4-BE49-F238E27FC236}">
                  <a16:creationId xmlns:a16="http://schemas.microsoft.com/office/drawing/2014/main" id="{220387E6-5A5F-3869-B2B8-B59782869B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399" y="5052825"/>
              <a:ext cx="729779" cy="36351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7F46363B-0B9F-A304-DC67-0688DD69BABE}"/>
                </a:ext>
              </a:extLst>
            </p:cNvPr>
            <p:cNvSpPr/>
            <p:nvPr/>
          </p:nvSpPr>
          <p:spPr>
            <a:xfrm>
              <a:off x="5827157" y="4748037"/>
              <a:ext cx="1010254" cy="120901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Select Start Date...</a:t>
              </a:r>
              <a:endParaRPr lang="en-IN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61A354C1-30DC-29C0-5D51-09CEDCEF9702}"/>
                </a:ext>
              </a:extLst>
            </p:cNvPr>
            <p:cNvSpPr/>
            <p:nvPr/>
          </p:nvSpPr>
          <p:spPr>
            <a:xfrm>
              <a:off x="7021096" y="4748037"/>
              <a:ext cx="985516" cy="120901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Select End Date...</a:t>
              </a:r>
              <a:endParaRPr lang="en-IN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8BE90588-964E-1200-16FF-E552CE54D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9059" y="5052825"/>
              <a:ext cx="629589" cy="40267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323714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95B3-AC2C-C9F3-F3F4-068AAF70F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5B4C0C0-5151-DA08-740B-0ACDB4274EE4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Profile - Mobile</a:t>
            </a:r>
            <a:endParaRPr lang="en-IN" sz="36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B6B35F4-365A-52EE-D3AB-AED15776B522}"/>
              </a:ext>
            </a:extLst>
          </p:cNvPr>
          <p:cNvSpPr txBox="1"/>
          <p:nvPr/>
        </p:nvSpPr>
        <p:spPr>
          <a:xfrm>
            <a:off x="3074472" y="1068093"/>
            <a:ext cx="197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Admin Full Name</a:t>
            </a:r>
          </a:p>
        </p:txBody>
      </p:sp>
      <p:pic>
        <p:nvPicPr>
          <p:cNvPr id="121" name="Graphic 120">
            <a:extLst>
              <a:ext uri="{FF2B5EF4-FFF2-40B4-BE49-F238E27FC236}">
                <a16:creationId xmlns:a16="http://schemas.microsoft.com/office/drawing/2014/main" id="{55744495-B17F-983A-60CF-891B707EDF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700129" y="1065588"/>
            <a:ext cx="374343" cy="380984"/>
          </a:xfrm>
          <a:prstGeom prst="rect">
            <a:avLst/>
          </a:prstGeom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2D005F4-41E0-B3B8-3E5D-2865ED2E0367}"/>
              </a:ext>
            </a:extLst>
          </p:cNvPr>
          <p:cNvGrpSpPr/>
          <p:nvPr/>
        </p:nvGrpSpPr>
        <p:grpSpPr>
          <a:xfrm>
            <a:off x="2361460" y="284234"/>
            <a:ext cx="3132884" cy="6437687"/>
            <a:chOff x="8666331" y="315797"/>
            <a:chExt cx="3366722" cy="6858000"/>
          </a:xfrm>
        </p:grpSpPr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EF03B00B-FAB0-A970-6E99-A2338D3DD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20A8ACB6-991E-0C09-FF97-9EBCC8598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6B8809B-0ACC-1F7B-C475-B731E9AD2E9A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0BEFA965-24AE-CCFF-DF06-7F6CDA5CFB8B}"/>
              </a:ext>
            </a:extLst>
          </p:cNvPr>
          <p:cNvSpPr/>
          <p:nvPr/>
        </p:nvSpPr>
        <p:spPr>
          <a:xfrm>
            <a:off x="3440443" y="4768218"/>
            <a:ext cx="1180690" cy="614259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Logout</a:t>
            </a:r>
            <a:endParaRPr lang="en-IN" sz="1200" dirty="0"/>
          </a:p>
        </p:txBody>
      </p:sp>
      <p:sp>
        <p:nvSpPr>
          <p:cNvPr id="127" name="Rounded Rectangle 55">
            <a:extLst>
              <a:ext uri="{FF2B5EF4-FFF2-40B4-BE49-F238E27FC236}">
                <a16:creationId xmlns:a16="http://schemas.microsoft.com/office/drawing/2014/main" id="{BFDC9AB1-9A50-497B-1FEE-147FDAB975AF}"/>
              </a:ext>
            </a:extLst>
          </p:cNvPr>
          <p:cNvSpPr/>
          <p:nvPr/>
        </p:nvSpPr>
        <p:spPr>
          <a:xfrm>
            <a:off x="4727875" y="734522"/>
            <a:ext cx="489966" cy="23491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2C9F8-463D-A3AE-2188-2CAA7C37F593}"/>
              </a:ext>
            </a:extLst>
          </p:cNvPr>
          <p:cNvSpPr txBox="1"/>
          <p:nvPr/>
        </p:nvSpPr>
        <p:spPr>
          <a:xfrm>
            <a:off x="2648790" y="2044111"/>
            <a:ext cx="1972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School A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09D325-423D-BDCB-00B2-B1A807F05945}"/>
              </a:ext>
            </a:extLst>
          </p:cNvPr>
          <p:cNvGrpSpPr/>
          <p:nvPr/>
        </p:nvGrpSpPr>
        <p:grpSpPr>
          <a:xfrm>
            <a:off x="5990329" y="284234"/>
            <a:ext cx="3203557" cy="6407518"/>
            <a:chOff x="1477459" y="279729"/>
            <a:chExt cx="3203557" cy="64075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1ABE8C6-A817-984B-EF4C-A5B0FA5F1764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84550A8-41FB-E6E3-B8CA-346247FA2570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90F7CC69-4F34-9EAB-5C27-04115C3D277A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59BFE0CA-C6BB-ADB4-6C64-43155B948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Rounded Rectangle 55">
                  <a:extLst>
                    <a:ext uri="{FF2B5EF4-FFF2-40B4-BE49-F238E27FC236}">
                      <a16:creationId xmlns:a16="http://schemas.microsoft.com/office/drawing/2014/main" id="{DF3770AE-50FB-AB6E-6806-B04335B759F7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7D9E92D-E6C6-A95A-A3ED-EAD51EA7EA4C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763A28-844C-7E1E-E834-EA74EC942EA5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67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/>
                  <a:t>Home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Manage School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3986"/>
                    </a:solidFill>
                  </a:rPr>
                  <a:t>Profile</a:t>
                </a:r>
                <a:endParaRPr lang="en-IN" dirty="0">
                  <a:solidFill>
                    <a:srgbClr val="FF3986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7A337F3-A740-40FA-7498-635476AFD8D1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559A96-0590-9A4D-BABD-FFE462D5132B}"/>
                  </a:ext>
                </a:extLst>
              </p:cNvPr>
              <p:cNvCxnSpPr/>
              <p:nvPr/>
            </p:nvCxnSpPr>
            <p:spPr>
              <a:xfrm>
                <a:off x="6002691" y="3100672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F720BBE-3D30-1A39-2ABA-BB2A59F90943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C2D368A-B3A8-B364-8339-2895E2F1B4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2641D59-5A6E-E1F6-A2AE-889581109F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37467C8-8323-8455-9C0A-1D974C43183E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745049-6A6C-922F-29C3-5569DAE33AD1}"/>
                </a:ext>
              </a:extLst>
            </p:cNvPr>
            <p:cNvSpPr txBox="1"/>
            <p:nvPr/>
          </p:nvSpPr>
          <p:spPr>
            <a:xfrm>
              <a:off x="2159935" y="1367212"/>
              <a:ext cx="1900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Admin Full Name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0CF1A65-B934-A78F-4B3F-CAAD23B5A4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A273481-2EAA-001F-3245-C0871A37EEDE}"/>
              </a:ext>
            </a:extLst>
          </p:cNvPr>
          <p:cNvSpPr txBox="1"/>
          <p:nvPr/>
        </p:nvSpPr>
        <p:spPr>
          <a:xfrm>
            <a:off x="2648789" y="2410399"/>
            <a:ext cx="1972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Email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9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FEE3D-A053-2C34-5B56-3C0E12A14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TEACHER TRACK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B3426-4A8D-4665-B539-5569B6037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2020840"/>
            <a:ext cx="6780700" cy="281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76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3D87-CB3B-ED1C-80D3-1B8B2F956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486C6ED-54BC-AAA5-5B42-43DA985948A5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Teacher Sign In Page - Mobile</a:t>
            </a:r>
            <a:endParaRPr lang="en-IN"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44F282-ECA7-C5B9-A59E-9CFB78C9C705}"/>
              </a:ext>
            </a:extLst>
          </p:cNvPr>
          <p:cNvGrpSpPr/>
          <p:nvPr/>
        </p:nvGrpSpPr>
        <p:grpSpPr>
          <a:xfrm>
            <a:off x="1651819" y="395748"/>
            <a:ext cx="2969343" cy="6184490"/>
            <a:chOff x="1641986" y="673510"/>
            <a:chExt cx="2969343" cy="618449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E315BF1-60D4-9BA5-53E9-D7BF577984D9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ounded Rectangle 55">
              <a:extLst>
                <a:ext uri="{FF2B5EF4-FFF2-40B4-BE49-F238E27FC236}">
                  <a16:creationId xmlns:a16="http://schemas.microsoft.com/office/drawing/2014/main" id="{D0ACAA1E-3ADE-DAE1-8326-8DDFED4C1D15}"/>
                </a:ext>
              </a:extLst>
            </p:cNvPr>
            <p:cNvSpPr/>
            <p:nvPr/>
          </p:nvSpPr>
          <p:spPr>
            <a:xfrm>
              <a:off x="3957768" y="1027327"/>
              <a:ext cx="423420" cy="20300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700" dirty="0">
                  <a:solidFill>
                    <a:srgbClr val="01CED1"/>
                  </a:solidFill>
                </a:rPr>
                <a:t>● ● ●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56DE63C-4CB6-35D4-0A1C-C768949E5F77}"/>
                </a:ext>
              </a:extLst>
            </p:cNvPr>
            <p:cNvSpPr/>
            <p:nvPr/>
          </p:nvSpPr>
          <p:spPr>
            <a:xfrm>
              <a:off x="1885637" y="2604346"/>
              <a:ext cx="2495551" cy="541424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Enter your Email…</a:t>
              </a:r>
              <a:endParaRPr lang="en-IN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35D8A9-AA95-C732-E6B5-4040A5FFAD84}"/>
                </a:ext>
              </a:extLst>
            </p:cNvPr>
            <p:cNvSpPr/>
            <p:nvPr/>
          </p:nvSpPr>
          <p:spPr>
            <a:xfrm>
              <a:off x="1885636" y="3389940"/>
              <a:ext cx="2495551" cy="541424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Enter your Password...</a:t>
              </a:r>
              <a:endParaRPr lang="en-IN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3887308-A167-D126-F39C-19A0AD183C5F}"/>
                </a:ext>
              </a:extLst>
            </p:cNvPr>
            <p:cNvGrpSpPr/>
            <p:nvPr/>
          </p:nvGrpSpPr>
          <p:grpSpPr>
            <a:xfrm>
              <a:off x="2444899" y="4633501"/>
              <a:ext cx="1349479" cy="523215"/>
              <a:chOff x="5787725" y="4995794"/>
              <a:chExt cx="1843549" cy="639314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73B36B83-84B2-18DD-7C5C-37BB9662271A}"/>
                  </a:ext>
                </a:extLst>
              </p:cNvPr>
              <p:cNvSpPr/>
              <p:nvPr/>
            </p:nvSpPr>
            <p:spPr>
              <a:xfrm>
                <a:off x="5787725" y="4995794"/>
                <a:ext cx="1843549" cy="541424"/>
              </a:xfrm>
              <a:prstGeom prst="roundRect">
                <a:avLst>
                  <a:gd name="adj" fmla="val 50000"/>
                </a:avLst>
              </a:prstGeom>
              <a:solidFill>
                <a:srgbClr val="FF39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Continue</a:t>
                </a:r>
                <a:endParaRPr lang="en-IN" sz="1200" dirty="0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51866DEC-C55F-106E-4B8B-33DEEBCD29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0322" y="5635108"/>
                <a:ext cx="22131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9412B5-8845-6F0C-8BCD-D3F99E7B4590}"/>
                </a:ext>
              </a:extLst>
            </p:cNvPr>
            <p:cNvSpPr txBox="1"/>
            <p:nvPr/>
          </p:nvSpPr>
          <p:spPr>
            <a:xfrm>
              <a:off x="2596634" y="1159398"/>
              <a:ext cx="1061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WELLBEING</a:t>
              </a:r>
            </a:p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BUDDY</a:t>
              </a:r>
              <a:endParaRPr lang="en-IN" sz="1400" dirty="0">
                <a:solidFill>
                  <a:srgbClr val="01CED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16BDA70-066A-80EC-0175-62F8A8346943}"/>
              </a:ext>
            </a:extLst>
          </p:cNvPr>
          <p:cNvGrpSpPr/>
          <p:nvPr/>
        </p:nvGrpSpPr>
        <p:grpSpPr>
          <a:xfrm>
            <a:off x="1531003" y="277762"/>
            <a:ext cx="3203557" cy="6407518"/>
            <a:chOff x="8666331" y="315797"/>
            <a:chExt cx="3366722" cy="68580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3A21619-CF2E-1B05-7A67-54AA123B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97CB19B-D5F6-6F7E-16CC-ECFEDB944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D6B8EFE-1474-77C2-85EB-F214FEF39B23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1EA4F1C-BFAF-9DE9-89F5-AA1C54A2245E}"/>
              </a:ext>
            </a:extLst>
          </p:cNvPr>
          <p:cNvGrpSpPr/>
          <p:nvPr/>
        </p:nvGrpSpPr>
        <p:grpSpPr>
          <a:xfrm>
            <a:off x="5312686" y="277762"/>
            <a:ext cx="3203557" cy="6407518"/>
            <a:chOff x="8666331" y="315797"/>
            <a:chExt cx="336672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2413A8D-4234-2298-7D16-9931C8603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1AC11F5-AAC5-2083-07B8-A9DBD41E4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AB091E0-2D91-D51A-575E-D6566EF7EECA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7B53F6A-80BC-D69B-2578-BB6686489B7F}"/>
              </a:ext>
            </a:extLst>
          </p:cNvPr>
          <p:cNvSpPr txBox="1"/>
          <p:nvPr/>
        </p:nvSpPr>
        <p:spPr>
          <a:xfrm>
            <a:off x="6430409" y="881636"/>
            <a:ext cx="1061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1CED1"/>
                </a:solidFill>
              </a:rPr>
              <a:t>WELLBEING</a:t>
            </a:r>
          </a:p>
          <a:p>
            <a:pPr algn="ctr"/>
            <a:r>
              <a:rPr lang="en-US" sz="1400" dirty="0">
                <a:solidFill>
                  <a:srgbClr val="01CED1"/>
                </a:solidFill>
              </a:rPr>
              <a:t>BUDDY</a:t>
            </a:r>
            <a:endParaRPr lang="en-IN" sz="1400" dirty="0">
              <a:solidFill>
                <a:srgbClr val="01CED1"/>
              </a:solidFill>
            </a:endParaRPr>
          </a:p>
        </p:txBody>
      </p:sp>
      <p:sp>
        <p:nvSpPr>
          <p:cNvPr id="20" name="Rounded Rectangle 55">
            <a:extLst>
              <a:ext uri="{FF2B5EF4-FFF2-40B4-BE49-F238E27FC236}">
                <a16:creationId xmlns:a16="http://schemas.microsoft.com/office/drawing/2014/main" id="{80CB30C7-9860-EA77-3146-2AD70613FB81}"/>
              </a:ext>
            </a:extLst>
          </p:cNvPr>
          <p:cNvSpPr/>
          <p:nvPr/>
        </p:nvSpPr>
        <p:spPr>
          <a:xfrm>
            <a:off x="7792558" y="758190"/>
            <a:ext cx="423420" cy="2030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E6E3F31-F382-21D1-006D-00FFD8A1A80C}"/>
              </a:ext>
            </a:extLst>
          </p:cNvPr>
          <p:cNvSpPr/>
          <p:nvPr/>
        </p:nvSpPr>
        <p:spPr>
          <a:xfrm>
            <a:off x="5832047" y="2260529"/>
            <a:ext cx="2258610" cy="426325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new Password...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8A09117-696A-AA20-F1CB-3B4B9038D88F}"/>
              </a:ext>
            </a:extLst>
          </p:cNvPr>
          <p:cNvSpPr/>
          <p:nvPr/>
        </p:nvSpPr>
        <p:spPr>
          <a:xfrm>
            <a:off x="5832047" y="2898509"/>
            <a:ext cx="2258610" cy="426325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Confirm your new Password...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EEBCDE5-D2D0-35AA-2AFE-FAA529C55915}"/>
              </a:ext>
            </a:extLst>
          </p:cNvPr>
          <p:cNvSpPr/>
          <p:nvPr/>
        </p:nvSpPr>
        <p:spPr>
          <a:xfrm>
            <a:off x="6286611" y="4355739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72AD789-87B3-9BD6-ED82-96DAC4CA3BAA}"/>
              </a:ext>
            </a:extLst>
          </p:cNvPr>
          <p:cNvCxnSpPr/>
          <p:nvPr/>
        </p:nvCxnSpPr>
        <p:spPr>
          <a:xfrm flipV="1">
            <a:off x="3844349" y="2596656"/>
            <a:ext cx="897632" cy="61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EDEC01B-5ADD-6AD6-34AA-93C1EE3E1ECD}"/>
              </a:ext>
            </a:extLst>
          </p:cNvPr>
          <p:cNvSpPr txBox="1"/>
          <p:nvPr/>
        </p:nvSpPr>
        <p:spPr>
          <a:xfrm>
            <a:off x="4741978" y="2410041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Val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68185E9-3E1A-0502-5379-F3C03E0D21DE}"/>
              </a:ext>
            </a:extLst>
          </p:cNvPr>
          <p:cNvCxnSpPr/>
          <p:nvPr/>
        </p:nvCxnSpPr>
        <p:spPr>
          <a:xfrm flipV="1">
            <a:off x="3925953" y="3365930"/>
            <a:ext cx="897632" cy="61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BA6A849-534D-68FA-12EA-BEB837165448}"/>
              </a:ext>
            </a:extLst>
          </p:cNvPr>
          <p:cNvSpPr txBox="1"/>
          <p:nvPr/>
        </p:nvSpPr>
        <p:spPr>
          <a:xfrm>
            <a:off x="4823582" y="3179315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Val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9956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5FE35A5-8899-10EF-FB1E-3DB408D09914}"/>
              </a:ext>
            </a:extLst>
          </p:cNvPr>
          <p:cNvGrpSpPr/>
          <p:nvPr/>
        </p:nvGrpSpPr>
        <p:grpSpPr>
          <a:xfrm>
            <a:off x="2061722" y="272517"/>
            <a:ext cx="3203557" cy="6407518"/>
            <a:chOff x="8666331" y="315797"/>
            <a:chExt cx="3366722" cy="68580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D5979D2-F6B0-7D5A-F4B0-EA6C748AE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3AB2F14-6B93-3661-1057-2DBDD4152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AA0BE05-0767-5747-AEDF-DDFBF8EE3131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Rounded Rectangle 55">
            <a:extLst>
              <a:ext uri="{FF2B5EF4-FFF2-40B4-BE49-F238E27FC236}">
                <a16:creationId xmlns:a16="http://schemas.microsoft.com/office/drawing/2014/main" id="{E7B6BD0B-8A18-7408-2B55-438CDD68DDF7}"/>
              </a:ext>
            </a:extLst>
          </p:cNvPr>
          <p:cNvSpPr/>
          <p:nvPr/>
        </p:nvSpPr>
        <p:spPr>
          <a:xfrm>
            <a:off x="4457892" y="755889"/>
            <a:ext cx="492996" cy="1979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C06E296-A1E8-D7DE-AE92-2266FD38C3D4}"/>
              </a:ext>
            </a:extLst>
          </p:cNvPr>
          <p:cNvGrpSpPr/>
          <p:nvPr/>
        </p:nvGrpSpPr>
        <p:grpSpPr>
          <a:xfrm>
            <a:off x="2484103" y="3389643"/>
            <a:ext cx="1003689" cy="977636"/>
            <a:chOff x="1972464" y="1660015"/>
            <a:chExt cx="1061884" cy="1117692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3FE9341-6686-C2EF-261F-B9FC207B0330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FFB63A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1FC4561-EFD0-71CF-EE4A-9873E04C3F9C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4247513-9106-4C34-0DB7-3961056DBDE2}"/>
              </a:ext>
            </a:extLst>
          </p:cNvPr>
          <p:cNvGrpSpPr/>
          <p:nvPr/>
        </p:nvGrpSpPr>
        <p:grpSpPr>
          <a:xfrm>
            <a:off x="3801291" y="3389643"/>
            <a:ext cx="1003689" cy="977636"/>
            <a:chOff x="1972464" y="1660015"/>
            <a:chExt cx="1061884" cy="1117692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CF17621-1A97-0567-94ED-F2D4FB5AF905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B1E5F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E09E56C-5F47-19C2-5DE0-59B45BAD6D9E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01CE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95CBAF5-702A-294F-7133-E5A9AD029BCF}"/>
              </a:ext>
            </a:extLst>
          </p:cNvPr>
          <p:cNvSpPr txBox="1"/>
          <p:nvPr/>
        </p:nvSpPr>
        <p:spPr>
          <a:xfrm>
            <a:off x="2614759" y="3954668"/>
            <a:ext cx="806262" cy="217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6-A</a:t>
            </a:r>
            <a:endParaRPr lang="en-IN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D43B8C-BF6E-449F-69FD-EBB98E65DE58}"/>
              </a:ext>
            </a:extLst>
          </p:cNvPr>
          <p:cNvSpPr txBox="1"/>
          <p:nvPr/>
        </p:nvSpPr>
        <p:spPr>
          <a:xfrm>
            <a:off x="3905724" y="3942734"/>
            <a:ext cx="806262" cy="217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7-A</a:t>
            </a:r>
            <a:endParaRPr lang="en-IN" sz="800" b="1" dirty="0"/>
          </a:p>
        </p:txBody>
      </p:sp>
      <p:pic>
        <p:nvPicPr>
          <p:cNvPr id="41" name="Graphic 40" descr="Classroom with solid fill">
            <a:extLst>
              <a:ext uri="{FF2B5EF4-FFF2-40B4-BE49-F238E27FC236}">
                <a16:creationId xmlns:a16="http://schemas.microsoft.com/office/drawing/2014/main" id="{B89A0342-AB7C-0EC6-608F-728A8ED8F0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2448" y="3497979"/>
            <a:ext cx="305585" cy="305585"/>
          </a:xfrm>
          <a:prstGeom prst="rect">
            <a:avLst/>
          </a:prstGeom>
        </p:spPr>
      </p:pic>
      <p:pic>
        <p:nvPicPr>
          <p:cNvPr id="43" name="Graphic 42" descr="Classroom with solid fill">
            <a:extLst>
              <a:ext uri="{FF2B5EF4-FFF2-40B4-BE49-F238E27FC236}">
                <a16:creationId xmlns:a16="http://schemas.microsoft.com/office/drawing/2014/main" id="{30900C9F-F1DA-4422-4D92-C09502733E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9636" y="3488655"/>
            <a:ext cx="305585" cy="30558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2B67BD5-0547-BC48-F08E-DC3561C7F1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911" y="561140"/>
            <a:ext cx="833886" cy="83388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EEA24C7-EF6B-611D-26A4-593C2A998955}"/>
              </a:ext>
            </a:extLst>
          </p:cNvPr>
          <p:cNvSpPr txBox="1"/>
          <p:nvPr/>
        </p:nvSpPr>
        <p:spPr>
          <a:xfrm>
            <a:off x="2419782" y="1277463"/>
            <a:ext cx="1385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Welcome Mr. 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461736-DD0C-9DA5-C2B6-590A4EDAE255}"/>
              </a:ext>
            </a:extLst>
          </p:cNvPr>
          <p:cNvSpPr txBox="1"/>
          <p:nvPr/>
        </p:nvSpPr>
        <p:spPr>
          <a:xfrm>
            <a:off x="2387282" y="2974796"/>
            <a:ext cx="1267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3986"/>
                </a:solidFill>
              </a:rPr>
              <a:t>Your classes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57B710-7BBC-2B7C-90AE-0FC81F0E8323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Teacher Home Page - Mobile</a:t>
            </a:r>
            <a:endParaRPr lang="en-IN" sz="36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ED9C186-EEA3-D7B2-91A3-7EBF89FC4A58}"/>
              </a:ext>
            </a:extLst>
          </p:cNvPr>
          <p:cNvGrpSpPr/>
          <p:nvPr/>
        </p:nvGrpSpPr>
        <p:grpSpPr>
          <a:xfrm>
            <a:off x="5804053" y="185884"/>
            <a:ext cx="3203557" cy="6407518"/>
            <a:chOff x="1477459" y="279729"/>
            <a:chExt cx="3203557" cy="640751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B0F82D8-3648-485F-FA35-1DA07CA15EAC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6EF97B3C-A815-DF25-9055-C1F49A58D1A0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08650A99-0D4F-819B-353F-72B9E237B03E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B688ECD7-1BB4-F379-A315-A00CA1FABA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Rounded Rectangle 55">
                  <a:extLst>
                    <a:ext uri="{FF2B5EF4-FFF2-40B4-BE49-F238E27FC236}">
                      <a16:creationId xmlns:a16="http://schemas.microsoft.com/office/drawing/2014/main" id="{86CB8391-A90F-688D-E67C-AABE3019EDEB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AD20066-9C7C-5F96-46BB-EF241AAD6910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606BEA8-81D9-9154-620F-B650F7AF320A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122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3986"/>
                    </a:solidFill>
                  </a:rPr>
                  <a:t>Home</a:t>
                </a:r>
                <a:r>
                  <a:rPr lang="en-US" dirty="0"/>
                  <a:t>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Classes</a:t>
                </a:r>
                <a:endParaRPr lang="en-IN" dirty="0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CF325A2-C904-0115-361C-BA831622F95E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C5539DCF-7A38-5761-F21B-CA4C2F793776}"/>
                  </a:ext>
                </a:extLst>
              </p:cNvPr>
              <p:cNvCxnSpPr/>
              <p:nvPr/>
            </p:nvCxnSpPr>
            <p:spPr>
              <a:xfrm>
                <a:off x="6002691" y="3110504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7F42A23-1018-1789-BE38-173BCC6D69B0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321B6298-4C33-1DAD-94DD-7399DDE155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12B6649C-0445-9024-7543-C5FE3757EF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2D26091-8E3E-F2C6-32C1-CB949BCCC486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30F8E88-7FAB-34BA-AA2D-9EC6F71FB01A}"/>
                </a:ext>
              </a:extLst>
            </p:cNvPr>
            <p:cNvSpPr txBox="1"/>
            <p:nvPr/>
          </p:nvSpPr>
          <p:spPr>
            <a:xfrm>
              <a:off x="2159935" y="1377044"/>
              <a:ext cx="159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Mr. A</a:t>
              </a:r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9599A0EF-93BC-077B-9B5F-16CD464299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295B2FAB-9668-A9F4-963E-599111754708}"/>
              </a:ext>
            </a:extLst>
          </p:cNvPr>
          <p:cNvSpPr txBox="1"/>
          <p:nvPr/>
        </p:nvSpPr>
        <p:spPr>
          <a:xfrm>
            <a:off x="6033725" y="2974796"/>
            <a:ext cx="2505089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  Profile</a:t>
            </a:r>
            <a:endParaRPr lang="en-IN" dirty="0"/>
          </a:p>
        </p:txBody>
      </p:sp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AC94AC10-B340-DDB9-0639-2ED0C773D1DD}"/>
              </a:ext>
            </a:extLst>
          </p:cNvPr>
          <p:cNvSpPr/>
          <p:nvPr/>
        </p:nvSpPr>
        <p:spPr>
          <a:xfrm>
            <a:off x="4191121" y="5737020"/>
            <a:ext cx="832428" cy="524662"/>
          </a:xfrm>
          <a:prstGeom prst="cloudCallout">
            <a:avLst/>
          </a:prstGeom>
          <a:solidFill>
            <a:srgbClr val="FF3986"/>
          </a:solidFill>
          <a:ln>
            <a:solidFill>
              <a:srgbClr val="FF39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Elo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F46DE3-1D0C-FADF-4C4A-1F4B9CBC52AE}"/>
              </a:ext>
            </a:extLst>
          </p:cNvPr>
          <p:cNvGrpSpPr/>
          <p:nvPr/>
        </p:nvGrpSpPr>
        <p:grpSpPr>
          <a:xfrm>
            <a:off x="2542573" y="1916381"/>
            <a:ext cx="2179455" cy="707459"/>
            <a:chOff x="5827157" y="4748037"/>
            <a:chExt cx="2179455" cy="707459"/>
          </a:xfrm>
        </p:grpSpPr>
        <p:pic>
          <p:nvPicPr>
            <p:cNvPr id="5" name="Picture 2" descr="javascript - flot - axis labels - monthNames wrongly ordered? - Stack  Overflow">
              <a:extLst>
                <a:ext uri="{FF2B5EF4-FFF2-40B4-BE49-F238E27FC236}">
                  <a16:creationId xmlns:a16="http://schemas.microsoft.com/office/drawing/2014/main" id="{6B199C09-97F1-9082-40F7-8A49D46B4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399" y="5052825"/>
              <a:ext cx="729779" cy="36351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0FB3E7D-F1B0-AE14-9ED8-5BCF82DE2F5B}"/>
                </a:ext>
              </a:extLst>
            </p:cNvPr>
            <p:cNvSpPr/>
            <p:nvPr/>
          </p:nvSpPr>
          <p:spPr>
            <a:xfrm>
              <a:off x="5827157" y="4748037"/>
              <a:ext cx="1010254" cy="120901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Select Start Date...</a:t>
              </a:r>
              <a:endParaRPr lang="en-IN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9FB1523-FC8B-558F-9512-D8771EAB0EB3}"/>
                </a:ext>
              </a:extLst>
            </p:cNvPr>
            <p:cNvSpPr/>
            <p:nvPr/>
          </p:nvSpPr>
          <p:spPr>
            <a:xfrm>
              <a:off x="7021096" y="4748037"/>
              <a:ext cx="985516" cy="120901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Select End Date...</a:t>
              </a:r>
              <a:endParaRPr lang="en-IN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D0427C4-2728-DCB8-6883-B9D957AFA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9059" y="5052825"/>
              <a:ext cx="629589" cy="40267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3B82488-B685-2EDF-49A1-116C7ABD076E}"/>
              </a:ext>
            </a:extLst>
          </p:cNvPr>
          <p:cNvSpPr txBox="1"/>
          <p:nvPr/>
        </p:nvSpPr>
        <p:spPr>
          <a:xfrm>
            <a:off x="2396313" y="1573624"/>
            <a:ext cx="2424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3986"/>
                </a:solidFill>
              </a:rPr>
              <a:t>Your Wellbeing Dashboard</a:t>
            </a:r>
          </a:p>
        </p:txBody>
      </p:sp>
    </p:spTree>
    <p:extLst>
      <p:ext uri="{BB962C8B-B14F-4D97-AF65-F5344CB8AC3E}">
        <p14:creationId xmlns:p14="http://schemas.microsoft.com/office/powerpoint/2010/main" val="2956155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8BAF2-7101-14D3-7522-F8CC0F89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9483DEE-B1C4-10D3-CEE2-52374E8EB1EE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Teacher Classes Page - Mobile</a:t>
            </a:r>
            <a:endParaRPr lang="en-IN" sz="36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CFABC9E-6D12-BD91-6088-D85177536FE6}"/>
              </a:ext>
            </a:extLst>
          </p:cNvPr>
          <p:cNvGrpSpPr/>
          <p:nvPr/>
        </p:nvGrpSpPr>
        <p:grpSpPr>
          <a:xfrm>
            <a:off x="5429792" y="395748"/>
            <a:ext cx="2969343" cy="6184490"/>
            <a:chOff x="1641986" y="673510"/>
            <a:chExt cx="2969343" cy="61844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9F747A18-ADAF-41CB-B4A3-4194CC31F74E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Rounded Rectangle 55">
              <a:extLst>
                <a:ext uri="{FF2B5EF4-FFF2-40B4-BE49-F238E27FC236}">
                  <a16:creationId xmlns:a16="http://schemas.microsoft.com/office/drawing/2014/main" id="{9CB9C645-1C8B-7E38-57C1-AC1CE0C20548}"/>
                </a:ext>
              </a:extLst>
            </p:cNvPr>
            <p:cNvSpPr/>
            <p:nvPr/>
          </p:nvSpPr>
          <p:spPr>
            <a:xfrm>
              <a:off x="3957553" y="1033831"/>
              <a:ext cx="423420" cy="20300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700" dirty="0">
                  <a:solidFill>
                    <a:srgbClr val="01CED1"/>
                  </a:solidFill>
                </a:rPr>
                <a:t>● ● ●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42B6782-B18A-14FC-71BC-73671104CDDD}"/>
                </a:ext>
              </a:extLst>
            </p:cNvPr>
            <p:cNvCxnSpPr>
              <a:cxnSpLocks/>
            </p:cNvCxnSpPr>
            <p:nvPr/>
          </p:nvCxnSpPr>
          <p:spPr>
            <a:xfrm>
              <a:off x="3456961" y="5156720"/>
              <a:ext cx="16200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934D85B-A014-8852-FE60-A9F2A5BE6442}"/>
              </a:ext>
            </a:extLst>
          </p:cNvPr>
          <p:cNvGrpSpPr/>
          <p:nvPr/>
        </p:nvGrpSpPr>
        <p:grpSpPr>
          <a:xfrm>
            <a:off x="5305346" y="284234"/>
            <a:ext cx="3203557" cy="6407518"/>
            <a:chOff x="8666331" y="315797"/>
            <a:chExt cx="3366722" cy="6858000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F5387896-4619-D00A-DC66-DBB71FD8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FE8D32C6-B931-47B5-7541-2CD136C14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2FA58C2-218D-CE16-33C4-AFC1D38CDB80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01" name="Picture 100">
            <a:extLst>
              <a:ext uri="{FF2B5EF4-FFF2-40B4-BE49-F238E27FC236}">
                <a16:creationId xmlns:a16="http://schemas.microsoft.com/office/drawing/2014/main" id="{61EFB0DA-DCE6-9326-754B-00A2EBFB0F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657" y="557216"/>
            <a:ext cx="833886" cy="833886"/>
          </a:xfrm>
          <a:prstGeom prst="rect">
            <a:avLst/>
          </a:prstGeom>
        </p:spPr>
      </p:pic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57C1433-323C-098F-9AA6-D95DDBFB8947}"/>
              </a:ext>
            </a:extLst>
          </p:cNvPr>
          <p:cNvGrpSpPr/>
          <p:nvPr/>
        </p:nvGrpSpPr>
        <p:grpSpPr>
          <a:xfrm>
            <a:off x="8763394" y="277762"/>
            <a:ext cx="3203557" cy="6407518"/>
            <a:chOff x="8666331" y="315797"/>
            <a:chExt cx="3366722" cy="6858000"/>
          </a:xfrm>
        </p:grpSpPr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87C52458-EADB-908E-0330-695E2A711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9CA92DFE-17D9-9C4B-7D7C-582B53AC6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F4482F72-10DB-2AC9-87AA-17CB7574BFFB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A01006A-DE3F-0D5C-788D-CA54425554EC}"/>
              </a:ext>
            </a:extLst>
          </p:cNvPr>
          <p:cNvGrpSpPr/>
          <p:nvPr/>
        </p:nvGrpSpPr>
        <p:grpSpPr>
          <a:xfrm>
            <a:off x="5717934" y="1270147"/>
            <a:ext cx="406504" cy="366518"/>
            <a:chOff x="5756901" y="1409704"/>
            <a:chExt cx="406504" cy="366518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05966C5-F037-2391-7259-AA257EBCAB07}"/>
                </a:ext>
              </a:extLst>
            </p:cNvPr>
            <p:cNvSpPr/>
            <p:nvPr/>
          </p:nvSpPr>
          <p:spPr>
            <a:xfrm>
              <a:off x="5756901" y="1409704"/>
              <a:ext cx="406504" cy="36651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50" name="Graphic 49" descr="Classroom with solid fill">
              <a:extLst>
                <a:ext uri="{FF2B5EF4-FFF2-40B4-BE49-F238E27FC236}">
                  <a16:creationId xmlns:a16="http://schemas.microsoft.com/office/drawing/2014/main" id="{6B045049-0CD4-1FA0-7854-9403A8FB80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16605" y="1454718"/>
              <a:ext cx="302266" cy="302266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74637C38-A4FD-A652-98AF-96B83C55AF28}"/>
              </a:ext>
            </a:extLst>
          </p:cNvPr>
          <p:cNvSpPr txBox="1"/>
          <p:nvPr/>
        </p:nvSpPr>
        <p:spPr>
          <a:xfrm>
            <a:off x="6079904" y="1220508"/>
            <a:ext cx="8627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Class</a:t>
            </a:r>
            <a:r>
              <a:rPr lang="en-US" sz="1400" b="1" dirty="0"/>
              <a:t> </a:t>
            </a:r>
            <a:r>
              <a:rPr lang="en-US" sz="1400" dirty="0">
                <a:solidFill>
                  <a:srgbClr val="01CED1"/>
                </a:solidFill>
              </a:rPr>
              <a:t>1-A</a:t>
            </a:r>
          </a:p>
          <a:p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Mr. A</a:t>
            </a:r>
            <a:endParaRPr lang="en-IN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1D4D4C3-B540-BF44-9D19-71EF3FEB7AF0}"/>
              </a:ext>
            </a:extLst>
          </p:cNvPr>
          <p:cNvGrpSpPr/>
          <p:nvPr/>
        </p:nvGrpSpPr>
        <p:grpSpPr>
          <a:xfrm>
            <a:off x="5813166" y="1907393"/>
            <a:ext cx="2179455" cy="707459"/>
            <a:chOff x="5827157" y="4748037"/>
            <a:chExt cx="2179455" cy="707459"/>
          </a:xfrm>
        </p:grpSpPr>
        <p:pic>
          <p:nvPicPr>
            <p:cNvPr id="67" name="Picture 2" descr="javascript - flot - axis labels - monthNames wrongly ordered? - Stack  Overflow">
              <a:extLst>
                <a:ext uri="{FF2B5EF4-FFF2-40B4-BE49-F238E27FC236}">
                  <a16:creationId xmlns:a16="http://schemas.microsoft.com/office/drawing/2014/main" id="{467BE915-D3C5-D5E6-5B68-1584D4535C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399" y="5052825"/>
              <a:ext cx="729779" cy="36351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9D83ABD5-7979-E997-42D2-CD3EE4776716}"/>
                </a:ext>
              </a:extLst>
            </p:cNvPr>
            <p:cNvSpPr/>
            <p:nvPr/>
          </p:nvSpPr>
          <p:spPr>
            <a:xfrm>
              <a:off x="5827157" y="4748037"/>
              <a:ext cx="1010254" cy="120901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Select Start Date...</a:t>
              </a:r>
              <a:endParaRPr lang="en-IN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40C0ACD3-039C-5829-4353-8808D47C0A08}"/>
                </a:ext>
              </a:extLst>
            </p:cNvPr>
            <p:cNvSpPr/>
            <p:nvPr/>
          </p:nvSpPr>
          <p:spPr>
            <a:xfrm>
              <a:off x="7021096" y="4748037"/>
              <a:ext cx="985516" cy="120901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Select End Date...</a:t>
              </a:r>
              <a:endParaRPr lang="en-IN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0AE9F3F7-0D4D-3942-43B7-8A86FF828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9059" y="5052825"/>
              <a:ext cx="629589" cy="40267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pic>
        <p:nvPicPr>
          <p:cNvPr id="71" name="Graphic 70" descr="Caret Down with solid fill">
            <a:extLst>
              <a:ext uri="{FF2B5EF4-FFF2-40B4-BE49-F238E27FC236}">
                <a16:creationId xmlns:a16="http://schemas.microsoft.com/office/drawing/2014/main" id="{C61D7084-23D9-9A19-8A60-717EA48B37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59539" y="5618242"/>
            <a:ext cx="366233" cy="366233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E3B3D3D8-2A7F-DBAB-F1E4-FD627A4A2B11}"/>
              </a:ext>
            </a:extLst>
          </p:cNvPr>
          <p:cNvSpPr txBox="1"/>
          <p:nvPr/>
        </p:nvSpPr>
        <p:spPr>
          <a:xfrm>
            <a:off x="5735482" y="2569027"/>
            <a:ext cx="2336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020932F-77FC-72A1-B34B-03B76B9FA5FB}"/>
              </a:ext>
            </a:extLst>
          </p:cNvPr>
          <p:cNvGrpSpPr/>
          <p:nvPr/>
        </p:nvGrpSpPr>
        <p:grpSpPr>
          <a:xfrm>
            <a:off x="5725156" y="3780746"/>
            <a:ext cx="2313376" cy="1822993"/>
            <a:chOff x="5735482" y="2826769"/>
            <a:chExt cx="2313376" cy="182299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5D7A4A2-6A04-D631-47E3-4D6F9E2D0AFD}"/>
                </a:ext>
              </a:extLst>
            </p:cNvPr>
            <p:cNvGrpSpPr/>
            <p:nvPr/>
          </p:nvGrpSpPr>
          <p:grpSpPr>
            <a:xfrm>
              <a:off x="5735482" y="2826769"/>
              <a:ext cx="2313376" cy="1821130"/>
              <a:chOff x="5750437" y="2911541"/>
              <a:chExt cx="2313376" cy="182113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52F9F0-41AA-D3A5-9677-5D651C1EEE22}"/>
                  </a:ext>
                </a:extLst>
              </p:cNvPr>
              <p:cNvSpPr/>
              <p:nvPr/>
            </p:nvSpPr>
            <p:spPr>
              <a:xfrm>
                <a:off x="5750437" y="2911541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661795A-BE0E-BE4B-E104-7DB2651095DC}"/>
                  </a:ext>
                </a:extLst>
              </p:cNvPr>
              <p:cNvGrpSpPr/>
              <p:nvPr/>
            </p:nvGrpSpPr>
            <p:grpSpPr>
              <a:xfrm>
                <a:off x="5750437" y="3142809"/>
                <a:ext cx="2313376" cy="1589862"/>
                <a:chOff x="5750437" y="3142809"/>
                <a:chExt cx="2313376" cy="1589862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19D2C8D-95B2-EECE-0D22-DF8F57BCD2EC}"/>
                    </a:ext>
                  </a:extLst>
                </p:cNvPr>
                <p:cNvSpPr/>
                <p:nvPr/>
              </p:nvSpPr>
              <p:spPr>
                <a:xfrm>
                  <a:off x="5750437" y="3142809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84563BB-41E6-5C24-CFE8-35E7462287D6}"/>
                    </a:ext>
                  </a:extLst>
                </p:cNvPr>
                <p:cNvSpPr/>
                <p:nvPr/>
              </p:nvSpPr>
              <p:spPr>
                <a:xfrm>
                  <a:off x="5750437" y="3369802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29B23E7-E38A-E342-5982-16FA0E920C2A}"/>
                    </a:ext>
                  </a:extLst>
                </p:cNvPr>
                <p:cNvSpPr/>
                <p:nvPr/>
              </p:nvSpPr>
              <p:spPr>
                <a:xfrm>
                  <a:off x="5750437" y="3601070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2268C665-F925-024C-D217-3330DA004D2A}"/>
                    </a:ext>
                  </a:extLst>
                </p:cNvPr>
                <p:cNvSpPr/>
                <p:nvPr/>
              </p:nvSpPr>
              <p:spPr>
                <a:xfrm>
                  <a:off x="5750437" y="3825128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25605E99-E4F3-C8B7-2D6D-B130922DF9C6}"/>
                    </a:ext>
                  </a:extLst>
                </p:cNvPr>
                <p:cNvSpPr/>
                <p:nvPr/>
              </p:nvSpPr>
              <p:spPr>
                <a:xfrm>
                  <a:off x="5750437" y="4056396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8464880-C3E0-906A-2B23-3C6D032CC464}"/>
                    </a:ext>
                  </a:extLst>
                </p:cNvPr>
                <p:cNvSpPr/>
                <p:nvPr/>
              </p:nvSpPr>
              <p:spPr>
                <a:xfrm>
                  <a:off x="5750437" y="4283389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E19546D-AC8D-7900-36D5-13733B5C8AB4}"/>
                    </a:ext>
                  </a:extLst>
                </p:cNvPr>
                <p:cNvSpPr/>
                <p:nvPr/>
              </p:nvSpPr>
              <p:spPr>
                <a:xfrm>
                  <a:off x="5750437" y="4514657"/>
                  <a:ext cx="2313376" cy="21801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pic>
          <p:nvPicPr>
            <p:cNvPr id="38" name="Graphic 37" descr="Caret Down with solid fill">
              <a:extLst>
                <a:ext uri="{FF2B5EF4-FFF2-40B4-BE49-F238E27FC236}">
                  <a16:creationId xmlns:a16="http://schemas.microsoft.com/office/drawing/2014/main" id="{F7B02B64-F38C-8BFC-1658-A15049666E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6200000">
              <a:off x="7879926" y="2873373"/>
              <a:ext cx="124805" cy="124805"/>
            </a:xfrm>
            <a:prstGeom prst="rect">
              <a:avLst/>
            </a:prstGeom>
          </p:spPr>
        </p:pic>
        <p:pic>
          <p:nvPicPr>
            <p:cNvPr id="43" name="Graphic 42" descr="Caret Down with solid fill">
              <a:extLst>
                <a:ext uri="{FF2B5EF4-FFF2-40B4-BE49-F238E27FC236}">
                  <a16:creationId xmlns:a16="http://schemas.microsoft.com/office/drawing/2014/main" id="{19C0ADCC-8CB6-ABEE-CE77-8F25EF9EE8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6200000">
              <a:off x="7879925" y="3097643"/>
              <a:ext cx="124805" cy="124805"/>
            </a:xfrm>
            <a:prstGeom prst="rect">
              <a:avLst/>
            </a:prstGeom>
          </p:spPr>
        </p:pic>
        <p:pic>
          <p:nvPicPr>
            <p:cNvPr id="44" name="Graphic 43" descr="Caret Down with solid fill">
              <a:extLst>
                <a:ext uri="{FF2B5EF4-FFF2-40B4-BE49-F238E27FC236}">
                  <a16:creationId xmlns:a16="http://schemas.microsoft.com/office/drawing/2014/main" id="{1CC61C4B-9DA4-4E48-B4E5-59B2E75416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6200000">
              <a:off x="7879924" y="3327136"/>
              <a:ext cx="124805" cy="124805"/>
            </a:xfrm>
            <a:prstGeom prst="rect">
              <a:avLst/>
            </a:prstGeom>
          </p:spPr>
        </p:pic>
        <p:pic>
          <p:nvPicPr>
            <p:cNvPr id="55" name="Graphic 54" descr="Caret Down with solid fill">
              <a:extLst>
                <a:ext uri="{FF2B5EF4-FFF2-40B4-BE49-F238E27FC236}">
                  <a16:creationId xmlns:a16="http://schemas.microsoft.com/office/drawing/2014/main" id="{8D53810F-D231-30CB-1D89-F672F13BD3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6200000">
              <a:off x="7879923" y="3566439"/>
              <a:ext cx="124805" cy="124805"/>
            </a:xfrm>
            <a:prstGeom prst="rect">
              <a:avLst/>
            </a:prstGeom>
          </p:spPr>
        </p:pic>
        <p:pic>
          <p:nvPicPr>
            <p:cNvPr id="72" name="Graphic 71" descr="Caret Down with solid fill">
              <a:extLst>
                <a:ext uri="{FF2B5EF4-FFF2-40B4-BE49-F238E27FC236}">
                  <a16:creationId xmlns:a16="http://schemas.microsoft.com/office/drawing/2014/main" id="{A9997457-683B-A598-ADFB-0E37193A17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6200000">
              <a:off x="7887113" y="3795758"/>
              <a:ext cx="124805" cy="124805"/>
            </a:xfrm>
            <a:prstGeom prst="rect">
              <a:avLst/>
            </a:prstGeom>
          </p:spPr>
        </p:pic>
        <p:pic>
          <p:nvPicPr>
            <p:cNvPr id="73" name="Graphic 72" descr="Caret Down with solid fill">
              <a:extLst>
                <a:ext uri="{FF2B5EF4-FFF2-40B4-BE49-F238E27FC236}">
                  <a16:creationId xmlns:a16="http://schemas.microsoft.com/office/drawing/2014/main" id="{C7FC6C0C-99BE-B88D-623D-F22389152D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6200000">
              <a:off x="7887113" y="3999149"/>
              <a:ext cx="124805" cy="124805"/>
            </a:xfrm>
            <a:prstGeom prst="rect">
              <a:avLst/>
            </a:prstGeom>
          </p:spPr>
        </p:pic>
        <p:pic>
          <p:nvPicPr>
            <p:cNvPr id="74" name="Graphic 73" descr="Caret Down with solid fill">
              <a:extLst>
                <a:ext uri="{FF2B5EF4-FFF2-40B4-BE49-F238E27FC236}">
                  <a16:creationId xmlns:a16="http://schemas.microsoft.com/office/drawing/2014/main" id="{FDEB0853-C3B2-BF36-027F-B646EF91A6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6200000">
              <a:off x="7898131" y="4221195"/>
              <a:ext cx="124805" cy="124805"/>
            </a:xfrm>
            <a:prstGeom prst="rect">
              <a:avLst/>
            </a:prstGeom>
          </p:spPr>
        </p:pic>
        <p:pic>
          <p:nvPicPr>
            <p:cNvPr id="75" name="Graphic 74" descr="Caret Down with solid fill">
              <a:extLst>
                <a:ext uri="{FF2B5EF4-FFF2-40B4-BE49-F238E27FC236}">
                  <a16:creationId xmlns:a16="http://schemas.microsoft.com/office/drawing/2014/main" id="{8952B729-D2DC-84E0-F52A-D5CBA319C1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6200000">
              <a:off x="7898131" y="4449061"/>
              <a:ext cx="124805" cy="124805"/>
            </a:xfrm>
            <a:prstGeom prst="rect">
              <a:avLst/>
            </a:prstGeom>
          </p:spPr>
        </p:pic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1761697-A117-EB1F-14DC-657B2EF9B588}"/>
                </a:ext>
              </a:extLst>
            </p:cNvPr>
            <p:cNvSpPr/>
            <p:nvPr/>
          </p:nvSpPr>
          <p:spPr>
            <a:xfrm>
              <a:off x="7700409" y="2836846"/>
              <a:ext cx="146841" cy="163562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CBE88DE-9CF7-1DA9-5664-9CB804F3119A}"/>
                </a:ext>
              </a:extLst>
            </p:cNvPr>
            <p:cNvSpPr/>
            <p:nvPr/>
          </p:nvSpPr>
          <p:spPr>
            <a:xfrm>
              <a:off x="7708493" y="3069760"/>
              <a:ext cx="146841" cy="163562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2DE2908-FA92-E87E-1133-8A92BD274425}"/>
                </a:ext>
              </a:extLst>
            </p:cNvPr>
            <p:cNvSpPr/>
            <p:nvPr/>
          </p:nvSpPr>
          <p:spPr>
            <a:xfrm>
              <a:off x="7708493" y="3301102"/>
              <a:ext cx="146841" cy="16356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62BA839-E59A-F185-489C-A49DA00E9296}"/>
                </a:ext>
              </a:extLst>
            </p:cNvPr>
            <p:cNvSpPr/>
            <p:nvPr/>
          </p:nvSpPr>
          <p:spPr>
            <a:xfrm>
              <a:off x="7708493" y="3531495"/>
              <a:ext cx="146841" cy="16356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7034757-251A-70A0-3032-94CA5405A2EF}"/>
                </a:ext>
              </a:extLst>
            </p:cNvPr>
            <p:cNvSpPr/>
            <p:nvPr/>
          </p:nvSpPr>
          <p:spPr>
            <a:xfrm>
              <a:off x="7715681" y="3768177"/>
              <a:ext cx="146841" cy="163562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DC01D70-15C3-C8E4-2B15-D2B41E2D915C}"/>
                </a:ext>
              </a:extLst>
            </p:cNvPr>
            <p:cNvSpPr/>
            <p:nvPr/>
          </p:nvSpPr>
          <p:spPr>
            <a:xfrm>
              <a:off x="7710378" y="3999519"/>
              <a:ext cx="146841" cy="163562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B37E81B-E0D6-5E05-4F6B-0AF569D1D68B}"/>
                </a:ext>
              </a:extLst>
            </p:cNvPr>
            <p:cNvSpPr/>
            <p:nvPr/>
          </p:nvSpPr>
          <p:spPr>
            <a:xfrm>
              <a:off x="7708493" y="4216094"/>
              <a:ext cx="146841" cy="163562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027ABFC-B378-BC20-A43F-86F684EBE869}"/>
                </a:ext>
              </a:extLst>
            </p:cNvPr>
            <p:cNvSpPr/>
            <p:nvPr/>
          </p:nvSpPr>
          <p:spPr>
            <a:xfrm>
              <a:off x="7705298" y="4451052"/>
              <a:ext cx="146841" cy="163562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6BD4180-4B60-CC7E-C3A4-964EB83F0651}"/>
                </a:ext>
              </a:extLst>
            </p:cNvPr>
            <p:cNvSpPr txBox="1"/>
            <p:nvPr/>
          </p:nvSpPr>
          <p:spPr>
            <a:xfrm>
              <a:off x="5824822" y="2835650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A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BE98843-98A6-91AF-5FFD-1B6163E3CCCB}"/>
                </a:ext>
              </a:extLst>
            </p:cNvPr>
            <p:cNvSpPr txBox="1"/>
            <p:nvPr/>
          </p:nvSpPr>
          <p:spPr>
            <a:xfrm>
              <a:off x="5824822" y="3056736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B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F00CCE2-FB3D-F044-2953-AF6D55D02AF6}"/>
                </a:ext>
              </a:extLst>
            </p:cNvPr>
            <p:cNvSpPr txBox="1"/>
            <p:nvPr/>
          </p:nvSpPr>
          <p:spPr>
            <a:xfrm>
              <a:off x="5823492" y="3265944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C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83804A4-B58E-6C92-216F-61AB7514A963}"/>
                </a:ext>
              </a:extLst>
            </p:cNvPr>
            <p:cNvSpPr txBox="1"/>
            <p:nvPr/>
          </p:nvSpPr>
          <p:spPr>
            <a:xfrm>
              <a:off x="5832254" y="3511385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D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A8B5C5B-6441-22C1-9B15-734F9C646D90}"/>
                </a:ext>
              </a:extLst>
            </p:cNvPr>
            <p:cNvSpPr txBox="1"/>
            <p:nvPr/>
          </p:nvSpPr>
          <p:spPr>
            <a:xfrm>
              <a:off x="5832254" y="3737829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596B490-9AAF-D0FD-35A4-D3CBCA400756}"/>
                </a:ext>
              </a:extLst>
            </p:cNvPr>
            <p:cNvSpPr txBox="1"/>
            <p:nvPr/>
          </p:nvSpPr>
          <p:spPr>
            <a:xfrm>
              <a:off x="5832254" y="3961896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F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A1DCAE4-8688-3CEA-5034-BED7A6719A98}"/>
                </a:ext>
              </a:extLst>
            </p:cNvPr>
            <p:cNvSpPr txBox="1"/>
            <p:nvPr/>
          </p:nvSpPr>
          <p:spPr>
            <a:xfrm>
              <a:off x="5832254" y="4190153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G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A1E09D4-A260-785C-EBBA-9E7802364B26}"/>
                </a:ext>
              </a:extLst>
            </p:cNvPr>
            <p:cNvSpPr txBox="1"/>
            <p:nvPr/>
          </p:nvSpPr>
          <p:spPr>
            <a:xfrm>
              <a:off x="5832254" y="4434318"/>
              <a:ext cx="1703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Student H</a:t>
              </a:r>
            </a:p>
          </p:txBody>
        </p:sp>
      </p:grpSp>
      <p:pic>
        <p:nvPicPr>
          <p:cNvPr id="99" name="Graphic 98">
            <a:extLst>
              <a:ext uri="{FF2B5EF4-FFF2-40B4-BE49-F238E27FC236}">
                <a16:creationId xmlns:a16="http://schemas.microsoft.com/office/drawing/2014/main" id="{581DBF04-D284-B9B6-524E-BC377C069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9245755" y="1343543"/>
            <a:ext cx="374343" cy="374343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E75EA9E3-92B9-9E20-754C-0007EE3DB2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435" y="568844"/>
            <a:ext cx="833886" cy="833886"/>
          </a:xfrm>
          <a:prstGeom prst="rect">
            <a:avLst/>
          </a:prstGeom>
        </p:spPr>
      </p:pic>
      <p:pic>
        <p:nvPicPr>
          <p:cNvPr id="102" name="Graphic 101" descr="Back with solid fill">
            <a:extLst>
              <a:ext uri="{FF2B5EF4-FFF2-40B4-BE49-F238E27FC236}">
                <a16:creationId xmlns:a16="http://schemas.microsoft.com/office/drawing/2014/main" id="{4DFE3E1A-4EFF-BB12-94C8-A647B28F7A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93651" y="758680"/>
            <a:ext cx="271673" cy="271673"/>
          </a:xfrm>
          <a:prstGeom prst="rect">
            <a:avLst/>
          </a:prstGeom>
        </p:spPr>
      </p:pic>
      <p:sp>
        <p:nvSpPr>
          <p:cNvPr id="106" name="Rounded Rectangle 55">
            <a:extLst>
              <a:ext uri="{FF2B5EF4-FFF2-40B4-BE49-F238E27FC236}">
                <a16:creationId xmlns:a16="http://schemas.microsoft.com/office/drawing/2014/main" id="{6CBA2649-D5E0-0A13-5FA5-8F1430563212}"/>
              </a:ext>
            </a:extLst>
          </p:cNvPr>
          <p:cNvSpPr/>
          <p:nvPr/>
        </p:nvSpPr>
        <p:spPr>
          <a:xfrm>
            <a:off x="11307432" y="780779"/>
            <a:ext cx="423420" cy="2030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1BFD6AB-D1BC-D996-0947-4268F05FB2A4}"/>
              </a:ext>
            </a:extLst>
          </p:cNvPr>
          <p:cNvSpPr txBox="1"/>
          <p:nvPr/>
        </p:nvSpPr>
        <p:spPr>
          <a:xfrm>
            <a:off x="9620098" y="1272290"/>
            <a:ext cx="102351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Student A</a:t>
            </a:r>
          </a:p>
          <a:p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Class 1-A</a:t>
            </a:r>
            <a:endParaRPr lang="en-IN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E0C92CB0-6AE4-B44A-1026-A1C0B4A7A6C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795631" y="1748529"/>
            <a:ext cx="1203230" cy="1133729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BB4F1905-6680-E927-185C-D0DEA5E869D4}"/>
              </a:ext>
            </a:extLst>
          </p:cNvPr>
          <p:cNvSpPr txBox="1"/>
          <p:nvPr/>
        </p:nvSpPr>
        <p:spPr>
          <a:xfrm>
            <a:off x="10262848" y="2083100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1D16D397-A1C2-8330-6049-27318235EBF5}"/>
              </a:ext>
            </a:extLst>
          </p:cNvPr>
          <p:cNvGrpSpPr/>
          <p:nvPr/>
        </p:nvGrpSpPr>
        <p:grpSpPr>
          <a:xfrm>
            <a:off x="9620094" y="2940670"/>
            <a:ext cx="763132" cy="59738"/>
            <a:chOff x="9620094" y="2940670"/>
            <a:chExt cx="763132" cy="59738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D47C3CC6-E562-3931-813A-9E58F8700A48}"/>
                </a:ext>
              </a:extLst>
            </p:cNvPr>
            <p:cNvSpPr/>
            <p:nvPr/>
          </p:nvSpPr>
          <p:spPr>
            <a:xfrm>
              <a:off x="9620094" y="2940670"/>
              <a:ext cx="763132" cy="5973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597B892D-57FB-19EE-846D-79777C4EBAC3}"/>
                </a:ext>
              </a:extLst>
            </p:cNvPr>
            <p:cNvSpPr/>
            <p:nvPr/>
          </p:nvSpPr>
          <p:spPr>
            <a:xfrm>
              <a:off x="9620098" y="2942804"/>
              <a:ext cx="682142" cy="57603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80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28D5C18-4E4A-DF6A-AFB1-36254D8DAD3D}"/>
              </a:ext>
            </a:extLst>
          </p:cNvPr>
          <p:cNvGrpSpPr/>
          <p:nvPr/>
        </p:nvGrpSpPr>
        <p:grpSpPr>
          <a:xfrm>
            <a:off x="9615905" y="3108461"/>
            <a:ext cx="763132" cy="63364"/>
            <a:chOff x="9180316" y="2949608"/>
            <a:chExt cx="1023517" cy="107646"/>
          </a:xfrm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3C5FA8E2-9576-771B-E648-075C7E7C64C8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0851DDD0-B5F3-1823-E653-D619D22BA53F}"/>
                </a:ext>
              </a:extLst>
            </p:cNvPr>
            <p:cNvSpPr/>
            <p:nvPr/>
          </p:nvSpPr>
          <p:spPr>
            <a:xfrm>
              <a:off x="9180317" y="2953238"/>
              <a:ext cx="613915" cy="10401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3021227-467A-92E4-1472-81592C6E8B6C}"/>
              </a:ext>
            </a:extLst>
          </p:cNvPr>
          <p:cNvGrpSpPr/>
          <p:nvPr/>
        </p:nvGrpSpPr>
        <p:grpSpPr>
          <a:xfrm>
            <a:off x="9618649" y="3268769"/>
            <a:ext cx="763132" cy="59738"/>
            <a:chOff x="9180316" y="2949608"/>
            <a:chExt cx="1023517" cy="10148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3B2742F4-414C-8CBB-0CE9-678F1D16CBEB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6DC5D8A0-12EB-5B23-B8DC-0A8EDB9A349E}"/>
                </a:ext>
              </a:extLst>
            </p:cNvPr>
            <p:cNvSpPr/>
            <p:nvPr/>
          </p:nvSpPr>
          <p:spPr>
            <a:xfrm>
              <a:off x="9180317" y="2953240"/>
              <a:ext cx="359845" cy="8734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9CDCF56-9D19-7343-ED2A-B73B61BD0F2E}"/>
              </a:ext>
            </a:extLst>
          </p:cNvPr>
          <p:cNvGrpSpPr/>
          <p:nvPr/>
        </p:nvGrpSpPr>
        <p:grpSpPr>
          <a:xfrm>
            <a:off x="9618649" y="3441766"/>
            <a:ext cx="763132" cy="59738"/>
            <a:chOff x="9180316" y="2949608"/>
            <a:chExt cx="1023517" cy="101486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E4B077E4-9FF6-800A-DD0D-A5A88289011D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24" name="Rectangle: Rounded Corners 1023">
              <a:extLst>
                <a:ext uri="{FF2B5EF4-FFF2-40B4-BE49-F238E27FC236}">
                  <a16:creationId xmlns:a16="http://schemas.microsoft.com/office/drawing/2014/main" id="{590C0BB4-098F-4C05-F384-EA1B55725855}"/>
                </a:ext>
              </a:extLst>
            </p:cNvPr>
            <p:cNvSpPr/>
            <p:nvPr/>
          </p:nvSpPr>
          <p:spPr>
            <a:xfrm>
              <a:off x="9180317" y="2953240"/>
              <a:ext cx="548915" cy="7767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02E6EF90-06E6-4AA0-22F6-2C1F194C20FC}"/>
              </a:ext>
            </a:extLst>
          </p:cNvPr>
          <p:cNvGrpSpPr/>
          <p:nvPr/>
        </p:nvGrpSpPr>
        <p:grpSpPr>
          <a:xfrm>
            <a:off x="10552010" y="2940548"/>
            <a:ext cx="763132" cy="59738"/>
            <a:chOff x="9180316" y="2949608"/>
            <a:chExt cx="1023517" cy="101486"/>
          </a:xfrm>
        </p:grpSpPr>
        <p:sp>
          <p:nvSpPr>
            <p:cNvPr id="1027" name="Rectangle: Rounded Corners 1026">
              <a:extLst>
                <a:ext uri="{FF2B5EF4-FFF2-40B4-BE49-F238E27FC236}">
                  <a16:creationId xmlns:a16="http://schemas.microsoft.com/office/drawing/2014/main" id="{1FF16C92-E5BF-0BB0-D531-453010A601D4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29" name="Rectangle: Rounded Corners 1028">
              <a:extLst>
                <a:ext uri="{FF2B5EF4-FFF2-40B4-BE49-F238E27FC236}">
                  <a16:creationId xmlns:a16="http://schemas.microsoft.com/office/drawing/2014/main" id="{B4E7046E-F80C-591E-C3D0-E9BDDAA611EB}"/>
                </a:ext>
              </a:extLst>
            </p:cNvPr>
            <p:cNvSpPr/>
            <p:nvPr/>
          </p:nvSpPr>
          <p:spPr>
            <a:xfrm>
              <a:off x="9180317" y="2953240"/>
              <a:ext cx="763784" cy="97854"/>
            </a:xfrm>
            <a:prstGeom prst="roundRect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F2FB3B53-A033-3221-E163-F95F0656CC99}"/>
              </a:ext>
            </a:extLst>
          </p:cNvPr>
          <p:cNvGrpSpPr/>
          <p:nvPr/>
        </p:nvGrpSpPr>
        <p:grpSpPr>
          <a:xfrm>
            <a:off x="10552010" y="3104598"/>
            <a:ext cx="763132" cy="67226"/>
            <a:chOff x="9180316" y="2949608"/>
            <a:chExt cx="1023517" cy="114207"/>
          </a:xfrm>
        </p:grpSpPr>
        <p:sp>
          <p:nvSpPr>
            <p:cNvPr id="1031" name="Rectangle: Rounded Corners 1030">
              <a:extLst>
                <a:ext uri="{FF2B5EF4-FFF2-40B4-BE49-F238E27FC236}">
                  <a16:creationId xmlns:a16="http://schemas.microsoft.com/office/drawing/2014/main" id="{1A20A1A3-1283-CD22-7BD9-7900D4B67ACC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2" name="Rectangle: Rounded Corners 1031">
              <a:extLst>
                <a:ext uri="{FF2B5EF4-FFF2-40B4-BE49-F238E27FC236}">
                  <a16:creationId xmlns:a16="http://schemas.microsoft.com/office/drawing/2014/main" id="{AA3C42DC-7D64-3053-3220-535478F41B4E}"/>
                </a:ext>
              </a:extLst>
            </p:cNvPr>
            <p:cNvSpPr/>
            <p:nvPr/>
          </p:nvSpPr>
          <p:spPr>
            <a:xfrm>
              <a:off x="9180317" y="2953238"/>
              <a:ext cx="503045" cy="110577"/>
            </a:xfrm>
            <a:prstGeom prst="roundRect">
              <a:avLst/>
            </a:prstGeom>
            <a:solidFill>
              <a:srgbClr val="E12B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0DA58691-6357-FB78-8B75-FB76EA1771F1}"/>
              </a:ext>
            </a:extLst>
          </p:cNvPr>
          <p:cNvGrpSpPr/>
          <p:nvPr/>
        </p:nvGrpSpPr>
        <p:grpSpPr>
          <a:xfrm>
            <a:off x="10552010" y="3268782"/>
            <a:ext cx="763132" cy="61170"/>
            <a:chOff x="9180316" y="2949608"/>
            <a:chExt cx="1023517" cy="103918"/>
          </a:xfrm>
        </p:grpSpPr>
        <p:sp>
          <p:nvSpPr>
            <p:cNvPr id="1034" name="Rectangle: Rounded Corners 1033">
              <a:extLst>
                <a:ext uri="{FF2B5EF4-FFF2-40B4-BE49-F238E27FC236}">
                  <a16:creationId xmlns:a16="http://schemas.microsoft.com/office/drawing/2014/main" id="{2AAB7A7E-7FFD-E8EB-5ACD-A8471D0E5863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5" name="Rectangle: Rounded Corners 1034">
              <a:extLst>
                <a:ext uri="{FF2B5EF4-FFF2-40B4-BE49-F238E27FC236}">
                  <a16:creationId xmlns:a16="http://schemas.microsoft.com/office/drawing/2014/main" id="{36EFC100-5396-7FDD-C694-85067167E09F}"/>
                </a:ext>
              </a:extLst>
            </p:cNvPr>
            <p:cNvSpPr/>
            <p:nvPr/>
          </p:nvSpPr>
          <p:spPr>
            <a:xfrm>
              <a:off x="9180317" y="2953238"/>
              <a:ext cx="196944" cy="10028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2705792A-0C16-2590-BF09-94CA1AD62CC2}"/>
              </a:ext>
            </a:extLst>
          </p:cNvPr>
          <p:cNvGrpSpPr/>
          <p:nvPr/>
        </p:nvGrpSpPr>
        <p:grpSpPr>
          <a:xfrm>
            <a:off x="10552010" y="3444156"/>
            <a:ext cx="763132" cy="67240"/>
            <a:chOff x="9180316" y="2949608"/>
            <a:chExt cx="1023517" cy="114230"/>
          </a:xfrm>
        </p:grpSpPr>
        <p:sp>
          <p:nvSpPr>
            <p:cNvPr id="1037" name="Rectangle: Rounded Corners 1036">
              <a:extLst>
                <a:ext uri="{FF2B5EF4-FFF2-40B4-BE49-F238E27FC236}">
                  <a16:creationId xmlns:a16="http://schemas.microsoft.com/office/drawing/2014/main" id="{1C65226C-8160-CBEB-33BC-FFD25D24290C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8" name="Rectangle: Rounded Corners 1037">
              <a:extLst>
                <a:ext uri="{FF2B5EF4-FFF2-40B4-BE49-F238E27FC236}">
                  <a16:creationId xmlns:a16="http://schemas.microsoft.com/office/drawing/2014/main" id="{25B75F84-B15B-5555-B783-8BBD3C53E851}"/>
                </a:ext>
              </a:extLst>
            </p:cNvPr>
            <p:cNvSpPr/>
            <p:nvPr/>
          </p:nvSpPr>
          <p:spPr>
            <a:xfrm>
              <a:off x="9180316" y="2953238"/>
              <a:ext cx="876074" cy="1106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042" name="Rectangle: Rounded Corners 1041">
            <a:extLst>
              <a:ext uri="{FF2B5EF4-FFF2-40B4-BE49-F238E27FC236}">
                <a16:creationId xmlns:a16="http://schemas.microsoft.com/office/drawing/2014/main" id="{B8775325-768A-E0B9-0AD8-D674E52DEB1A}"/>
              </a:ext>
            </a:extLst>
          </p:cNvPr>
          <p:cNvSpPr/>
          <p:nvPr/>
        </p:nvSpPr>
        <p:spPr>
          <a:xfrm>
            <a:off x="9400379" y="3931739"/>
            <a:ext cx="1010254" cy="120901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Select Start Date...</a:t>
            </a:r>
            <a:endParaRPr lang="en-I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3" name="Rectangle: Rounded Corners 1042">
            <a:extLst>
              <a:ext uri="{FF2B5EF4-FFF2-40B4-BE49-F238E27FC236}">
                <a16:creationId xmlns:a16="http://schemas.microsoft.com/office/drawing/2014/main" id="{A8A88AE7-061D-806C-E282-E23696E810DA}"/>
              </a:ext>
            </a:extLst>
          </p:cNvPr>
          <p:cNvSpPr/>
          <p:nvPr/>
        </p:nvSpPr>
        <p:spPr>
          <a:xfrm>
            <a:off x="10594318" y="3931739"/>
            <a:ext cx="985516" cy="120901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Select End Date...</a:t>
            </a:r>
            <a:endParaRPr lang="en-I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44" name="Graphic 1043" descr="Caret Down with solid fill">
            <a:extLst>
              <a:ext uri="{FF2B5EF4-FFF2-40B4-BE49-F238E27FC236}">
                <a16:creationId xmlns:a16="http://schemas.microsoft.com/office/drawing/2014/main" id="{DFBAB53A-7075-5A30-2EDC-E17520BD4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67265" y="3621898"/>
            <a:ext cx="227053" cy="227053"/>
          </a:xfrm>
          <a:prstGeom prst="rect">
            <a:avLst/>
          </a:prstGeom>
        </p:spPr>
      </p:pic>
      <p:pic>
        <p:nvPicPr>
          <p:cNvPr id="1045" name="Picture 1044">
            <a:extLst>
              <a:ext uri="{FF2B5EF4-FFF2-40B4-BE49-F238E27FC236}">
                <a16:creationId xmlns:a16="http://schemas.microsoft.com/office/drawing/2014/main" id="{FFC4D3E0-1C0F-528B-DFDC-FBC2C21EB5A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93651" y="4297875"/>
            <a:ext cx="2439370" cy="811669"/>
          </a:xfrm>
          <a:prstGeom prst="rect">
            <a:avLst/>
          </a:prstGeom>
        </p:spPr>
      </p:pic>
      <p:pic>
        <p:nvPicPr>
          <p:cNvPr id="1047" name="Graphic 1046" descr="Chat bubble outline">
            <a:extLst>
              <a:ext uri="{FF2B5EF4-FFF2-40B4-BE49-F238E27FC236}">
                <a16:creationId xmlns:a16="http://schemas.microsoft.com/office/drawing/2014/main" id="{382AF4C5-0DEB-8123-2408-1511CF495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85159" y="1330373"/>
            <a:ext cx="240105" cy="240105"/>
          </a:xfrm>
          <a:prstGeom prst="rect">
            <a:avLst/>
          </a:prstGeom>
        </p:spPr>
      </p:pic>
      <p:pic>
        <p:nvPicPr>
          <p:cNvPr id="1049" name="Graphic 1048" descr="Exclamation mark with solid fill">
            <a:extLst>
              <a:ext uri="{FF2B5EF4-FFF2-40B4-BE49-F238E27FC236}">
                <a16:creationId xmlns:a16="http://schemas.microsoft.com/office/drawing/2014/main" id="{005C0C31-9805-7B87-701A-9EF0340101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63817" y="1371617"/>
            <a:ext cx="139882" cy="139882"/>
          </a:xfrm>
          <a:prstGeom prst="rect">
            <a:avLst/>
          </a:prstGeom>
        </p:spPr>
      </p:pic>
      <p:sp>
        <p:nvSpPr>
          <p:cNvPr id="1050" name="Oval 1049">
            <a:extLst>
              <a:ext uri="{FF2B5EF4-FFF2-40B4-BE49-F238E27FC236}">
                <a16:creationId xmlns:a16="http://schemas.microsoft.com/office/drawing/2014/main" id="{9B872B85-92F9-EA00-81BC-8B1FBA38E0C6}"/>
              </a:ext>
            </a:extLst>
          </p:cNvPr>
          <p:cNvSpPr/>
          <p:nvPr/>
        </p:nvSpPr>
        <p:spPr>
          <a:xfrm>
            <a:off x="11349449" y="1357250"/>
            <a:ext cx="164861" cy="163064"/>
          </a:xfrm>
          <a:prstGeom prst="ellipse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36E8F6DF-2A2D-E4F0-E2FB-00371C9D455B}"/>
              </a:ext>
            </a:extLst>
          </p:cNvPr>
          <p:cNvSpPr/>
          <p:nvPr/>
        </p:nvSpPr>
        <p:spPr>
          <a:xfrm>
            <a:off x="7372887" y="5820675"/>
            <a:ext cx="832428" cy="524662"/>
          </a:xfrm>
          <a:prstGeom prst="cloudCallout">
            <a:avLst/>
          </a:prstGeom>
          <a:solidFill>
            <a:srgbClr val="FF3986"/>
          </a:solidFill>
          <a:ln>
            <a:solidFill>
              <a:srgbClr val="FF39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Elo</a:t>
            </a:r>
            <a:endParaRPr lang="en-IN" dirty="0"/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37DEE86B-30FD-5193-7EF5-1D6B47D6315B}"/>
              </a:ext>
            </a:extLst>
          </p:cNvPr>
          <p:cNvSpPr/>
          <p:nvPr/>
        </p:nvSpPr>
        <p:spPr>
          <a:xfrm>
            <a:off x="10803321" y="5830300"/>
            <a:ext cx="832428" cy="524662"/>
          </a:xfrm>
          <a:prstGeom prst="cloudCallout">
            <a:avLst/>
          </a:prstGeom>
          <a:solidFill>
            <a:srgbClr val="FF3986"/>
          </a:solidFill>
          <a:ln>
            <a:solidFill>
              <a:srgbClr val="FF39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Elo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DCF46E-BA86-CB1E-2738-6769C061DE9C}"/>
              </a:ext>
            </a:extLst>
          </p:cNvPr>
          <p:cNvGrpSpPr/>
          <p:nvPr/>
        </p:nvGrpSpPr>
        <p:grpSpPr>
          <a:xfrm>
            <a:off x="1432231" y="225241"/>
            <a:ext cx="3203557" cy="6407518"/>
            <a:chOff x="1477459" y="279729"/>
            <a:chExt cx="3203557" cy="64075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31E21D1-B2F0-0F91-0A94-8A7EDACF9F62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3170951-361C-197B-ECDC-9A1FF416B350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BD7C6EAB-7F6C-B5FC-01B3-671C5B5088B4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C9905120-8523-FF45-D1B9-FBC207FD5B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Rounded Rectangle 55">
                  <a:extLst>
                    <a:ext uri="{FF2B5EF4-FFF2-40B4-BE49-F238E27FC236}">
                      <a16:creationId xmlns:a16="http://schemas.microsoft.com/office/drawing/2014/main" id="{F6F55CDC-6B53-D489-8B89-6E6DB8FEC05A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FE3500D-5EAE-DE89-8FA1-0B6DB1E1720F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AD2959-CA6F-4F6D-0B33-896F28F58BBB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676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/>
                  <a:t>Home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3986"/>
                    </a:solidFill>
                  </a:rPr>
                  <a:t>Classes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Profile</a:t>
                </a:r>
                <a:endParaRPr lang="en-IN" dirty="0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36799F7-2F2B-CFD2-4D27-7972170DE420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933C792-A14D-4898-C344-4E929B10DD9F}"/>
                  </a:ext>
                </a:extLst>
              </p:cNvPr>
              <p:cNvCxnSpPr/>
              <p:nvPr/>
            </p:nvCxnSpPr>
            <p:spPr>
              <a:xfrm>
                <a:off x="6002691" y="3110504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B93B884-1B75-1D19-A0E5-04DAF19F159D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A4C5E99-624A-C3B8-B735-B28274A235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E9C718C-C567-D91B-48DF-BC39DF2BBE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F36D9A8-7D57-7CFC-E847-12D4C00BB783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92ADB2E-A473-4B8A-4582-96F452642483}"/>
                </a:ext>
              </a:extLst>
            </p:cNvPr>
            <p:cNvSpPr txBox="1"/>
            <p:nvPr/>
          </p:nvSpPr>
          <p:spPr>
            <a:xfrm>
              <a:off x="2159935" y="1377044"/>
              <a:ext cx="159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Mr. A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BCEF0D37-BBE6-BBA9-8EDB-6F44621D61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  <a:ext uri="{837473B0-CC2E-450A-ABE3-18F120FF3D39}">
                  <a1611:picAttrSrcUrl xmlns:a1611="http://schemas.microsoft.com/office/drawing/2016/11/main" r:id="rId11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F27E9FD-A604-D7FD-7DC4-04BE53B6A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2699"/>
              </p:ext>
            </p:extLst>
          </p:nvPr>
        </p:nvGraphicFramePr>
        <p:xfrm>
          <a:off x="5731963" y="3541290"/>
          <a:ext cx="2333886" cy="251460"/>
        </p:xfrm>
        <a:graphic>
          <a:graphicData uri="http://schemas.openxmlformats.org/drawingml/2006/table">
            <a:tbl>
              <a:tblPr/>
              <a:tblGrid>
                <a:gridCol w="2333886">
                  <a:extLst>
                    <a:ext uri="{9D8B030D-6E8A-4147-A177-3AD203B41FA5}">
                      <a16:colId xmlns:a16="http://schemas.microsoft.com/office/drawing/2014/main" val="2039337300"/>
                    </a:ext>
                  </a:extLst>
                </a:gridCol>
              </a:tblGrid>
              <a:tr h="125728">
                <a:tc>
                  <a:txBody>
                    <a:bodyPr/>
                    <a:lstStyle/>
                    <a:p>
                      <a:r>
                        <a:rPr lang="en-US" sz="1050" dirty="0"/>
                        <a:t>No of Students Requiring Attention: </a:t>
                      </a:r>
                      <a:r>
                        <a:rPr lang="en-US" sz="1050" dirty="0">
                          <a:solidFill>
                            <a:srgbClr val="311D6B"/>
                          </a:solidFill>
                        </a:rPr>
                        <a:t> 4</a:t>
                      </a:r>
                      <a:r>
                        <a:rPr lang="en-US" sz="1050" dirty="0"/>
                        <a:t> </a:t>
                      </a:r>
                      <a:endParaRPr lang="en-IN" sz="105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63302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87C6F86-CBF0-CE87-95AD-1CDECDE2C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793501"/>
              </p:ext>
            </p:extLst>
          </p:nvPr>
        </p:nvGraphicFramePr>
        <p:xfrm>
          <a:off x="5753188" y="2802129"/>
          <a:ext cx="2231083" cy="277000"/>
        </p:xfrm>
        <a:graphic>
          <a:graphicData uri="http://schemas.openxmlformats.org/drawingml/2006/table">
            <a:tbl>
              <a:tblPr/>
              <a:tblGrid>
                <a:gridCol w="2231083">
                  <a:extLst>
                    <a:ext uri="{9D8B030D-6E8A-4147-A177-3AD203B41FA5}">
                      <a16:colId xmlns:a16="http://schemas.microsoft.com/office/drawing/2014/main" val="2039337300"/>
                    </a:ext>
                  </a:extLst>
                </a:gridCol>
              </a:tblGrid>
              <a:tr h="277000">
                <a:tc>
                  <a:txBody>
                    <a:bodyPr/>
                    <a:lstStyle/>
                    <a:p>
                      <a:r>
                        <a:rPr lang="en-US" sz="1050" dirty="0"/>
                        <a:t>No of Students: 20 </a:t>
                      </a:r>
                      <a:endParaRPr lang="en-IN" sz="105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63302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CC545C0-41CE-89B2-1BA0-1EFF09210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491560"/>
              </p:ext>
            </p:extLst>
          </p:nvPr>
        </p:nvGraphicFramePr>
        <p:xfrm>
          <a:off x="5761686" y="3134081"/>
          <a:ext cx="2189684" cy="302266"/>
        </p:xfrm>
        <a:graphic>
          <a:graphicData uri="http://schemas.openxmlformats.org/drawingml/2006/table">
            <a:tbl>
              <a:tblPr/>
              <a:tblGrid>
                <a:gridCol w="2189684">
                  <a:extLst>
                    <a:ext uri="{9D8B030D-6E8A-4147-A177-3AD203B41FA5}">
                      <a16:colId xmlns:a16="http://schemas.microsoft.com/office/drawing/2014/main" val="2039337300"/>
                    </a:ext>
                  </a:extLst>
                </a:gridCol>
              </a:tblGrid>
              <a:tr h="302266">
                <a:tc>
                  <a:txBody>
                    <a:bodyPr/>
                    <a:lstStyle/>
                    <a:p>
                      <a:r>
                        <a:rPr lang="en-US" sz="1050" dirty="0"/>
                        <a:t>Avg Well8 Score: 230</a:t>
                      </a:r>
                      <a:endParaRPr lang="en-IN" sz="105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633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462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8BAF2-7101-14D3-7522-F8CC0F89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9483DEE-B1C4-10D3-CEE2-52374E8EB1EE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Teacher Profile Page - Mobile</a:t>
            </a:r>
            <a:endParaRPr lang="en-IN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7C4DB2-8047-2380-63B1-98C9F751A0AA}"/>
              </a:ext>
            </a:extLst>
          </p:cNvPr>
          <p:cNvSpPr txBox="1"/>
          <p:nvPr/>
        </p:nvSpPr>
        <p:spPr>
          <a:xfrm>
            <a:off x="3046412" y="1405778"/>
            <a:ext cx="159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Mr. A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C134B9-C771-8FD8-498B-C8574124B1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672069" y="1398419"/>
            <a:ext cx="374343" cy="37919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FD678C2-113E-A9FE-E925-8C52EFF991E9}"/>
              </a:ext>
            </a:extLst>
          </p:cNvPr>
          <p:cNvGrpSpPr/>
          <p:nvPr/>
        </p:nvGrpSpPr>
        <p:grpSpPr>
          <a:xfrm>
            <a:off x="2294068" y="225241"/>
            <a:ext cx="3132884" cy="6407517"/>
            <a:chOff x="8666331" y="315797"/>
            <a:chExt cx="3366722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4FD53C7-F7D2-DE73-599B-3C6032A7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F81411-B446-7370-9412-20AD415A3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7D72BC-9AA7-D2A1-3265-76A24A503F3C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D6D9A2-C40B-0509-7D13-C8454D1AF153}"/>
              </a:ext>
            </a:extLst>
          </p:cNvPr>
          <p:cNvSpPr/>
          <p:nvPr/>
        </p:nvSpPr>
        <p:spPr>
          <a:xfrm>
            <a:off x="3373051" y="5349506"/>
            <a:ext cx="1180690" cy="61138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Logout</a:t>
            </a:r>
            <a:endParaRPr lang="en-IN" sz="1200" dirty="0"/>
          </a:p>
        </p:txBody>
      </p:sp>
      <p:sp>
        <p:nvSpPr>
          <p:cNvPr id="9" name="Rounded Rectangle 55">
            <a:extLst>
              <a:ext uri="{FF2B5EF4-FFF2-40B4-BE49-F238E27FC236}">
                <a16:creationId xmlns:a16="http://schemas.microsoft.com/office/drawing/2014/main" id="{E1C4DD7B-E00C-F6AD-AE9D-6672F8F340C3}"/>
              </a:ext>
            </a:extLst>
          </p:cNvPr>
          <p:cNvSpPr/>
          <p:nvPr/>
        </p:nvSpPr>
        <p:spPr>
          <a:xfrm>
            <a:off x="4660483" y="754580"/>
            <a:ext cx="489966" cy="233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8536553-4A6F-40AB-95AD-EA9CE88BE2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569" y="368511"/>
            <a:ext cx="833886" cy="83388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541E3FB9-8AFA-1BED-C4C3-FF47C329423B}"/>
              </a:ext>
            </a:extLst>
          </p:cNvPr>
          <p:cNvGrpSpPr/>
          <p:nvPr/>
        </p:nvGrpSpPr>
        <p:grpSpPr>
          <a:xfrm>
            <a:off x="5801295" y="225241"/>
            <a:ext cx="3203557" cy="6407518"/>
            <a:chOff x="1477459" y="279729"/>
            <a:chExt cx="3203557" cy="640751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4E3E433-686C-7AFE-EC78-D0902463C33B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F0928A8-C852-0309-CC3C-7C6D683D521C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450790EE-3704-1D31-57A0-579A1546B4B7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62" name="Straight Arrow Connector 61">
                  <a:extLst>
                    <a:ext uri="{FF2B5EF4-FFF2-40B4-BE49-F238E27FC236}">
                      <a16:creationId xmlns:a16="http://schemas.microsoft.com/office/drawing/2014/main" id="{676908EB-DF3B-49FE-F96A-60E51AA60F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Rounded Rectangle 55">
                  <a:extLst>
                    <a:ext uri="{FF2B5EF4-FFF2-40B4-BE49-F238E27FC236}">
                      <a16:creationId xmlns:a16="http://schemas.microsoft.com/office/drawing/2014/main" id="{3ADD4FBB-B26C-BAB7-56C7-65A4A33D5DFB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D6ACAA8-A2EC-0D0E-4D42-F57D05D7F4A0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3ED41D5-D765-0148-48E5-FC653C2C7AD8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122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/>
                  <a:t>Home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Classes</a:t>
                </a:r>
                <a:endParaRPr lang="en-IN" dirty="0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4FB9C23-2F6A-C822-0BA8-B496B758942B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A6A4FCBF-2538-7C83-0BDE-D568225DA625}"/>
                  </a:ext>
                </a:extLst>
              </p:cNvPr>
              <p:cNvCxnSpPr/>
              <p:nvPr/>
            </p:nvCxnSpPr>
            <p:spPr>
              <a:xfrm>
                <a:off x="6002691" y="3110504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DBA565A-71F8-D663-E1AB-009E5EBD579E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728F4D66-B384-C651-90A3-9A221CA438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61F93056-B875-D72B-11A5-0D56A9FB04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8AA75A4-D507-3456-0FAC-D906431F5EDD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E6A7E8E-1A83-8544-5195-078016DFFE8F}"/>
                </a:ext>
              </a:extLst>
            </p:cNvPr>
            <p:cNvSpPr txBox="1"/>
            <p:nvPr/>
          </p:nvSpPr>
          <p:spPr>
            <a:xfrm>
              <a:off x="2159935" y="1377044"/>
              <a:ext cx="159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Mr. A</a:t>
              </a: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3B0A9F2F-8E11-8D29-726F-99B58C719F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FF75898E-489A-908D-C99D-CEF6386AE4DB}"/>
              </a:ext>
            </a:extLst>
          </p:cNvPr>
          <p:cNvSpPr txBox="1"/>
          <p:nvPr/>
        </p:nvSpPr>
        <p:spPr>
          <a:xfrm>
            <a:off x="6131988" y="2927520"/>
            <a:ext cx="2505089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3986"/>
                </a:solidFill>
              </a:rPr>
              <a:t>Profile</a:t>
            </a:r>
            <a:endParaRPr lang="en-IN" dirty="0">
              <a:solidFill>
                <a:srgbClr val="FF398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B2E86-E039-02B1-0FFE-C0F551F3B980}"/>
              </a:ext>
            </a:extLst>
          </p:cNvPr>
          <p:cNvSpPr txBox="1"/>
          <p:nvPr/>
        </p:nvSpPr>
        <p:spPr>
          <a:xfrm>
            <a:off x="2609462" y="2044111"/>
            <a:ext cx="1972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School A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B86789-5A4E-1808-5751-A86B6D62DCB2}"/>
              </a:ext>
            </a:extLst>
          </p:cNvPr>
          <p:cNvSpPr txBox="1"/>
          <p:nvPr/>
        </p:nvSpPr>
        <p:spPr>
          <a:xfrm>
            <a:off x="2609462" y="2393428"/>
            <a:ext cx="1972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Email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527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BCCC9-9D21-E376-112B-A7810E55E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PARENT TRACK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6B32A-ED10-2DE5-2B2F-01B2BCA1D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2020840"/>
            <a:ext cx="6780700" cy="281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5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1318-020D-55DA-BD5E-42D9B24BF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05A796B-4F9F-3EC2-6238-EDE6D6A17C8B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Parent Sign In Page - Mobile</a:t>
            </a:r>
            <a:endParaRPr lang="en-IN" sz="36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C84F8D-C980-7B76-5530-17AE5D079103}"/>
              </a:ext>
            </a:extLst>
          </p:cNvPr>
          <p:cNvGrpSpPr/>
          <p:nvPr/>
        </p:nvGrpSpPr>
        <p:grpSpPr>
          <a:xfrm>
            <a:off x="5211632" y="225241"/>
            <a:ext cx="3203557" cy="6407518"/>
            <a:chOff x="8666331" y="315797"/>
            <a:chExt cx="336672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8943445-56E3-1640-9D31-8CEBF8C2C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F4A227B-B867-FC0A-DAD6-1DE86E458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B512641-6416-C581-F819-C7AAE282182A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B9785D3-A6DE-3087-1598-CAD059797127}"/>
              </a:ext>
            </a:extLst>
          </p:cNvPr>
          <p:cNvSpPr/>
          <p:nvPr/>
        </p:nvSpPr>
        <p:spPr>
          <a:xfrm>
            <a:off x="6185557" y="4303218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1F419BA-0DAC-E24A-BDE7-2536816F0CA3}"/>
              </a:ext>
            </a:extLst>
          </p:cNvPr>
          <p:cNvSpPr/>
          <p:nvPr/>
        </p:nvSpPr>
        <p:spPr>
          <a:xfrm>
            <a:off x="5594499" y="221326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new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F9CBBF7-86BC-EF21-A416-F7F48FA07671}"/>
              </a:ext>
            </a:extLst>
          </p:cNvPr>
          <p:cNvSpPr/>
          <p:nvPr/>
        </p:nvSpPr>
        <p:spPr>
          <a:xfrm>
            <a:off x="5580725" y="314508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Re-enter your new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EC85CF-9F43-FB92-23C0-096AF1922061}"/>
              </a:ext>
            </a:extLst>
          </p:cNvPr>
          <p:cNvSpPr txBox="1"/>
          <p:nvPr/>
        </p:nvSpPr>
        <p:spPr>
          <a:xfrm>
            <a:off x="5510116" y="2880650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Confirm 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C5A71C-9DC0-C4E5-0527-19DAF39F81BC}"/>
              </a:ext>
            </a:extLst>
          </p:cNvPr>
          <p:cNvSpPr txBox="1"/>
          <p:nvPr/>
        </p:nvSpPr>
        <p:spPr>
          <a:xfrm>
            <a:off x="5541216" y="195069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72E9DE-9C33-B245-7810-206CFF272372}"/>
              </a:ext>
            </a:extLst>
          </p:cNvPr>
          <p:cNvSpPr txBox="1"/>
          <p:nvPr/>
        </p:nvSpPr>
        <p:spPr>
          <a:xfrm>
            <a:off x="5483404" y="1476018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Change your password for safety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5055C7D-96C4-7FDC-9060-0FEB1DF65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595" y="429473"/>
            <a:ext cx="833886" cy="833886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03AB6832-5C5B-2070-DCA9-79A85931D94F}"/>
              </a:ext>
            </a:extLst>
          </p:cNvPr>
          <p:cNvGrpSpPr/>
          <p:nvPr/>
        </p:nvGrpSpPr>
        <p:grpSpPr>
          <a:xfrm>
            <a:off x="1649265" y="225241"/>
            <a:ext cx="3203557" cy="6407518"/>
            <a:chOff x="8666331" y="315797"/>
            <a:chExt cx="3366722" cy="6858000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1BA01F57-D14C-8FC8-4FE7-42F7AF492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5666054-B85C-20EA-A842-A5DAB0AE5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C6D1259-A085-6E58-449F-BD19A6CACC79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3F66484-8928-7F7C-08CC-39E9067E6AF4}"/>
              </a:ext>
            </a:extLst>
          </p:cNvPr>
          <p:cNvSpPr/>
          <p:nvPr/>
        </p:nvSpPr>
        <p:spPr>
          <a:xfrm>
            <a:off x="2623190" y="4912819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Sign In</a:t>
            </a:r>
            <a:endParaRPr lang="en-IN" sz="1200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B725A90-0A58-42D8-4CA5-1B72995E9353}"/>
              </a:ext>
            </a:extLst>
          </p:cNvPr>
          <p:cNvSpPr/>
          <p:nvPr/>
        </p:nvSpPr>
        <p:spPr>
          <a:xfrm>
            <a:off x="2032132" y="221326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email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25B7015-3923-7FD7-FAC0-CF991F8BD7A9}"/>
              </a:ext>
            </a:extLst>
          </p:cNvPr>
          <p:cNvSpPr/>
          <p:nvPr/>
        </p:nvSpPr>
        <p:spPr>
          <a:xfrm>
            <a:off x="2018358" y="314508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76B3A1-F127-7A72-AF26-1C32055A545C}"/>
              </a:ext>
            </a:extLst>
          </p:cNvPr>
          <p:cNvSpPr txBox="1"/>
          <p:nvPr/>
        </p:nvSpPr>
        <p:spPr>
          <a:xfrm>
            <a:off x="1947749" y="2880650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4FFCDAA-4236-9540-E02B-5D09F0E7152E}"/>
              </a:ext>
            </a:extLst>
          </p:cNvPr>
          <p:cNvSpPr txBox="1"/>
          <p:nvPr/>
        </p:nvSpPr>
        <p:spPr>
          <a:xfrm>
            <a:off x="1978849" y="195069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Email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5288BB-BFA4-609F-1B64-17B89C39DB49}"/>
              </a:ext>
            </a:extLst>
          </p:cNvPr>
          <p:cNvSpPr txBox="1"/>
          <p:nvPr/>
        </p:nvSpPr>
        <p:spPr>
          <a:xfrm>
            <a:off x="1921037" y="1476018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CCA3012-6F1E-1F58-6B16-197658846D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28" y="429473"/>
            <a:ext cx="833886" cy="8338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FBF918-ED16-4933-0FCC-B0495C8F4296}"/>
              </a:ext>
            </a:extLst>
          </p:cNvPr>
          <p:cNvSpPr txBox="1"/>
          <p:nvPr/>
        </p:nvSpPr>
        <p:spPr>
          <a:xfrm>
            <a:off x="1961523" y="3774357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Student’s username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1B6768-8F0D-3537-D135-4E30A833A9CD}"/>
              </a:ext>
            </a:extLst>
          </p:cNvPr>
          <p:cNvSpPr/>
          <p:nvPr/>
        </p:nvSpPr>
        <p:spPr>
          <a:xfrm>
            <a:off x="2032132" y="4038793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kid’s username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20C010-E77F-859F-9986-B9646F382715}"/>
              </a:ext>
            </a:extLst>
          </p:cNvPr>
          <p:cNvGrpSpPr/>
          <p:nvPr/>
        </p:nvGrpSpPr>
        <p:grpSpPr>
          <a:xfrm>
            <a:off x="8973758" y="343227"/>
            <a:ext cx="2969343" cy="6184490"/>
            <a:chOff x="1641986" y="673510"/>
            <a:chExt cx="2969343" cy="618449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3BA2AEB-183A-E760-6AA3-8BB40953C730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9AC7025-18CC-E1CF-E3A8-66EDC3DFAADF}"/>
                </a:ext>
              </a:extLst>
            </p:cNvPr>
            <p:cNvGrpSpPr/>
            <p:nvPr/>
          </p:nvGrpSpPr>
          <p:grpSpPr>
            <a:xfrm>
              <a:off x="2474465" y="5156700"/>
              <a:ext cx="1349479" cy="529503"/>
              <a:chOff x="5828115" y="5635108"/>
              <a:chExt cx="1843549" cy="646999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0C138C8F-B2D0-4EF2-46E9-5663AFB2F990}"/>
                  </a:ext>
                </a:extLst>
              </p:cNvPr>
              <p:cNvSpPr/>
              <p:nvPr/>
            </p:nvSpPr>
            <p:spPr>
              <a:xfrm>
                <a:off x="5828115" y="5740684"/>
                <a:ext cx="1843549" cy="54142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Sign In</a:t>
                </a:r>
                <a:endParaRPr lang="en-IN" sz="1200" dirty="0"/>
              </a:p>
            </p:txBody>
          </p: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E75A3210-BF93-67F8-AD35-626C425BF5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0322" y="5635108"/>
                <a:ext cx="22131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AA40E8D-C431-29CC-CAB1-6CEF61FDDDB3}"/>
              </a:ext>
            </a:extLst>
          </p:cNvPr>
          <p:cNvGrpSpPr/>
          <p:nvPr/>
        </p:nvGrpSpPr>
        <p:grpSpPr>
          <a:xfrm>
            <a:off x="8852942" y="225241"/>
            <a:ext cx="3203557" cy="6407518"/>
            <a:chOff x="8666331" y="315797"/>
            <a:chExt cx="3366722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D854693-4D83-976F-CFDE-C64E0CCB0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F7DEE5-34C5-9FF6-5E24-4AAECCE72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92B249-6DE9-E792-F259-D0F8F35D9628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67D32D70-02D5-BC6C-E86D-71D1B1643F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441" y="391381"/>
            <a:ext cx="833886" cy="833886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A752A674-FAF1-5A55-7683-CF6A502C8457}"/>
              </a:ext>
            </a:extLst>
          </p:cNvPr>
          <p:cNvSpPr txBox="1"/>
          <p:nvPr/>
        </p:nvSpPr>
        <p:spPr>
          <a:xfrm>
            <a:off x="9110149" y="1261913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394E29A-801E-B196-7B17-7CE3A727D735}"/>
              </a:ext>
            </a:extLst>
          </p:cNvPr>
          <p:cNvSpPr/>
          <p:nvPr/>
        </p:nvSpPr>
        <p:spPr>
          <a:xfrm>
            <a:off x="9233202" y="1893569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tedw@mail.com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C042B3-8EE0-383F-6906-155F456DC77C}"/>
              </a:ext>
            </a:extLst>
          </p:cNvPr>
          <p:cNvSpPr/>
          <p:nvPr/>
        </p:nvSpPr>
        <p:spPr>
          <a:xfrm>
            <a:off x="9219428" y="2825389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abcjE08U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594378-5845-33BE-B8DA-DE73F424E9CE}"/>
              </a:ext>
            </a:extLst>
          </p:cNvPr>
          <p:cNvSpPr txBox="1"/>
          <p:nvPr/>
        </p:nvSpPr>
        <p:spPr>
          <a:xfrm>
            <a:off x="9148819" y="2560953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2B546-4ADE-BDF0-4982-258E29A377BB}"/>
              </a:ext>
            </a:extLst>
          </p:cNvPr>
          <p:cNvSpPr txBox="1"/>
          <p:nvPr/>
        </p:nvSpPr>
        <p:spPr>
          <a:xfrm>
            <a:off x="9162593" y="3488432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Student’s username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0C5E68B-CD0D-4301-7F47-1BE31C8E5BA1}"/>
              </a:ext>
            </a:extLst>
          </p:cNvPr>
          <p:cNvSpPr/>
          <p:nvPr/>
        </p:nvSpPr>
        <p:spPr>
          <a:xfrm>
            <a:off x="9233202" y="3752868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jenny1w3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18EFF-9C28-FCA8-B297-5B816C6BB932}"/>
              </a:ext>
            </a:extLst>
          </p:cNvPr>
          <p:cNvSpPr txBox="1"/>
          <p:nvPr/>
        </p:nvSpPr>
        <p:spPr>
          <a:xfrm>
            <a:off x="9179919" y="1631002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Email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628BB4-277F-9EBF-9E97-E1E207C84F25}"/>
              </a:ext>
            </a:extLst>
          </p:cNvPr>
          <p:cNvSpPr txBox="1"/>
          <p:nvPr/>
        </p:nvSpPr>
        <p:spPr>
          <a:xfrm>
            <a:off x="9240875" y="4386333"/>
            <a:ext cx="2495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*Incorrect email, password or username. Try again.</a:t>
            </a:r>
          </a:p>
        </p:txBody>
      </p:sp>
    </p:spTree>
    <p:extLst>
      <p:ext uri="{BB962C8B-B14F-4D97-AF65-F5344CB8AC3E}">
        <p14:creationId xmlns:p14="http://schemas.microsoft.com/office/powerpoint/2010/main" val="10406979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947DA-EC76-B7C5-7E46-E768231EF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78F7ADA-AB7A-9AF8-6EFE-BD9D2B9FCB5C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Parent Sign In Page - Mobile</a:t>
            </a:r>
            <a:endParaRPr lang="en-IN"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7F14BC-6978-D019-2D5D-B1C8750C46C7}"/>
              </a:ext>
            </a:extLst>
          </p:cNvPr>
          <p:cNvGrpSpPr/>
          <p:nvPr/>
        </p:nvGrpSpPr>
        <p:grpSpPr>
          <a:xfrm>
            <a:off x="1651819" y="395748"/>
            <a:ext cx="2969343" cy="6184490"/>
            <a:chOff x="1641986" y="673510"/>
            <a:chExt cx="2969343" cy="618449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B0715A1-F3F4-4A29-32CC-21276E69598E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ounded Rectangle 55">
              <a:extLst>
                <a:ext uri="{FF2B5EF4-FFF2-40B4-BE49-F238E27FC236}">
                  <a16:creationId xmlns:a16="http://schemas.microsoft.com/office/drawing/2014/main" id="{D206F079-E89D-C654-76CC-FBF91FF41619}"/>
                </a:ext>
              </a:extLst>
            </p:cNvPr>
            <p:cNvSpPr/>
            <p:nvPr/>
          </p:nvSpPr>
          <p:spPr>
            <a:xfrm>
              <a:off x="3957768" y="1027327"/>
              <a:ext cx="423420" cy="20300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700" dirty="0">
                  <a:solidFill>
                    <a:srgbClr val="01CED1"/>
                  </a:solidFill>
                </a:rPr>
                <a:t>● ● ●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31722F4-F64C-FD50-D3B2-42E5ECAF8180}"/>
                </a:ext>
              </a:extLst>
            </p:cNvPr>
            <p:cNvSpPr/>
            <p:nvPr/>
          </p:nvSpPr>
          <p:spPr>
            <a:xfrm>
              <a:off x="1885637" y="2168506"/>
              <a:ext cx="2495551" cy="541424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Enter your email…</a:t>
              </a:r>
              <a:endParaRPr lang="en-IN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5F0D405-CC86-52D9-B360-91EF5FA4AE44}"/>
                </a:ext>
              </a:extLst>
            </p:cNvPr>
            <p:cNvSpPr/>
            <p:nvPr/>
          </p:nvSpPr>
          <p:spPr>
            <a:xfrm>
              <a:off x="1885636" y="3076689"/>
              <a:ext cx="2495551" cy="541424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Enter your password ...</a:t>
              </a:r>
              <a:endParaRPr lang="en-IN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B8A544-7CE5-BF0E-D246-0291284025F0}"/>
                </a:ext>
              </a:extLst>
            </p:cNvPr>
            <p:cNvGrpSpPr/>
            <p:nvPr/>
          </p:nvGrpSpPr>
          <p:grpSpPr>
            <a:xfrm>
              <a:off x="2429668" y="4544586"/>
              <a:ext cx="1349479" cy="612131"/>
              <a:chOff x="5766917" y="4887148"/>
              <a:chExt cx="1843549" cy="747960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1E656F90-3FCA-A961-6BC0-EDB17256DA5F}"/>
                  </a:ext>
                </a:extLst>
              </p:cNvPr>
              <p:cNvSpPr/>
              <p:nvPr/>
            </p:nvSpPr>
            <p:spPr>
              <a:xfrm>
                <a:off x="5766917" y="4887148"/>
                <a:ext cx="1843549" cy="541424"/>
              </a:xfrm>
              <a:prstGeom prst="roundRect">
                <a:avLst>
                  <a:gd name="adj" fmla="val 50000"/>
                </a:avLst>
              </a:prstGeom>
              <a:solidFill>
                <a:srgbClr val="FF39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Continue</a:t>
                </a:r>
                <a:endParaRPr lang="en-IN" sz="1200" dirty="0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5513F13D-51C8-09D6-004D-FD6B40165D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0322" y="5635108"/>
                <a:ext cx="22131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D92E44-A92D-90E1-CB7C-7921E2482571}"/>
                </a:ext>
              </a:extLst>
            </p:cNvPr>
            <p:cNvSpPr txBox="1"/>
            <p:nvPr/>
          </p:nvSpPr>
          <p:spPr>
            <a:xfrm>
              <a:off x="2596634" y="1159398"/>
              <a:ext cx="1061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WELLBEING</a:t>
              </a:r>
            </a:p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BUDDY</a:t>
              </a:r>
              <a:endParaRPr lang="en-IN" sz="1400" dirty="0">
                <a:solidFill>
                  <a:srgbClr val="01CED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1C9FCDA-48DC-1A7E-E0FB-776CF1912D0F}"/>
              </a:ext>
            </a:extLst>
          </p:cNvPr>
          <p:cNvGrpSpPr/>
          <p:nvPr/>
        </p:nvGrpSpPr>
        <p:grpSpPr>
          <a:xfrm>
            <a:off x="1531003" y="277762"/>
            <a:ext cx="3203557" cy="6407518"/>
            <a:chOff x="8666331" y="315797"/>
            <a:chExt cx="3366722" cy="68580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64D01E-9577-C36C-1E73-072E65685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B199499-1DE8-A5A6-304D-D6654F7EE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1E2423-3865-1908-2ECE-FAD93ED0BF14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168291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31D1C-ABA0-1999-3A66-A34E7BE7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124">
            <a:extLst>
              <a:ext uri="{FF2B5EF4-FFF2-40B4-BE49-F238E27FC236}">
                <a16:creationId xmlns:a16="http://schemas.microsoft.com/office/drawing/2014/main" id="{8A48453F-E6FE-44F8-487C-720A30D843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15529" y="1933010"/>
            <a:ext cx="616256" cy="5806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D7D19ED-8F6B-EFD7-5C57-AE2CAE28F1CE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Parent Home Page - Mobile</a:t>
            </a:r>
            <a:endParaRPr lang="en-IN" sz="3600" dirty="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9C47629-D241-786D-2E12-5672EF827C14}"/>
              </a:ext>
            </a:extLst>
          </p:cNvPr>
          <p:cNvGrpSpPr/>
          <p:nvPr/>
        </p:nvGrpSpPr>
        <p:grpSpPr>
          <a:xfrm>
            <a:off x="6137103" y="349450"/>
            <a:ext cx="3203557" cy="6407518"/>
            <a:chOff x="6106225" y="314109"/>
            <a:chExt cx="3203557" cy="6407518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580DE77C-C9F1-4644-3B52-E520D9CA2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6106225" y="314109"/>
              <a:ext cx="3203557" cy="6407518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30422880-41D8-75E4-8C5F-1512696CB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3978" y="470443"/>
              <a:ext cx="2321433" cy="426325"/>
            </a:xfrm>
            <a:prstGeom prst="rect">
              <a:avLst/>
            </a:prstGeom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23E0817-8CB5-E32E-6E71-049AD14C4867}"/>
                </a:ext>
              </a:extLst>
            </p:cNvPr>
            <p:cNvSpPr/>
            <p:nvPr/>
          </p:nvSpPr>
          <p:spPr>
            <a:xfrm>
              <a:off x="7235502" y="709108"/>
              <a:ext cx="907922" cy="4492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2BF7114-1794-7837-A888-1F9A33D26737}"/>
                </a:ext>
              </a:extLst>
            </p:cNvPr>
            <p:cNvSpPr txBox="1"/>
            <p:nvPr/>
          </p:nvSpPr>
          <p:spPr>
            <a:xfrm>
              <a:off x="6484354" y="1709613"/>
              <a:ext cx="2505089" cy="1122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dirty="0">
                  <a:solidFill>
                    <a:srgbClr val="FF3986"/>
                  </a:solidFill>
                </a:rPr>
                <a:t>Home</a:t>
              </a:r>
              <a:r>
                <a:rPr lang="en-US" dirty="0"/>
                <a:t> </a:t>
              </a:r>
            </a:p>
            <a:p>
              <a:pPr>
                <a:lnSpc>
                  <a:spcPct val="200000"/>
                </a:lnSpc>
              </a:pPr>
              <a:r>
                <a:rPr lang="en-US" dirty="0"/>
                <a:t>Profile</a:t>
              </a:r>
              <a:endParaRPr lang="en-IN" dirty="0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B6E1D64-BEA7-43DA-B468-E6689416B4A0}"/>
                </a:ext>
              </a:extLst>
            </p:cNvPr>
            <p:cNvCxnSpPr/>
            <p:nvPr/>
          </p:nvCxnSpPr>
          <p:spPr>
            <a:xfrm>
              <a:off x="6568330" y="2375038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0AD3B3D-4F86-31C8-14CA-3FB2EC10A054}"/>
                </a:ext>
              </a:extLst>
            </p:cNvPr>
            <p:cNvCxnSpPr/>
            <p:nvPr/>
          </p:nvCxnSpPr>
          <p:spPr>
            <a:xfrm>
              <a:off x="6571437" y="2928657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6" name="Graphic 65" descr="Close outline">
              <a:extLst>
                <a:ext uri="{FF2B5EF4-FFF2-40B4-BE49-F238E27FC236}">
                  <a16:creationId xmlns:a16="http://schemas.microsoft.com/office/drawing/2014/main" id="{A6FE8D02-E567-CD95-EB3E-D66A596047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729440" y="785912"/>
              <a:ext cx="260003" cy="260003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D0B544E-50E5-4FAC-8FA9-647CB58D7898}"/>
              </a:ext>
            </a:extLst>
          </p:cNvPr>
          <p:cNvGrpSpPr/>
          <p:nvPr/>
        </p:nvGrpSpPr>
        <p:grpSpPr>
          <a:xfrm>
            <a:off x="1409849" y="349450"/>
            <a:ext cx="3203557" cy="6407518"/>
            <a:chOff x="8666331" y="315797"/>
            <a:chExt cx="3366722" cy="6858000"/>
          </a:xfrm>
        </p:grpSpPr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8EFB8BF0-65B4-004F-715C-AB0663924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8243EBB3-1EC2-7A7F-37C0-5DB0D43F7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E68BF3C-776C-0987-780E-FFF888BB41F0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848007A3-721C-CA91-55F9-C6502BDE2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892210" y="1415231"/>
            <a:ext cx="374343" cy="374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B1DC17-AC66-F485-2AAE-323A78CA7B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890" y="640532"/>
            <a:ext cx="833886" cy="833886"/>
          </a:xfrm>
          <a:prstGeom prst="rect">
            <a:avLst/>
          </a:prstGeom>
        </p:spPr>
      </p:pic>
      <p:sp>
        <p:nvSpPr>
          <p:cNvPr id="10" name="Rounded Rectangle 55">
            <a:extLst>
              <a:ext uri="{FF2B5EF4-FFF2-40B4-BE49-F238E27FC236}">
                <a16:creationId xmlns:a16="http://schemas.microsoft.com/office/drawing/2014/main" id="{9815A40E-40CD-DC92-80B2-9D2D51108069}"/>
              </a:ext>
            </a:extLst>
          </p:cNvPr>
          <p:cNvSpPr/>
          <p:nvPr/>
        </p:nvSpPr>
        <p:spPr>
          <a:xfrm>
            <a:off x="3953887" y="852467"/>
            <a:ext cx="423420" cy="2030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BFF86F-ABFE-6F78-C6DD-1FE6DCED179F}"/>
              </a:ext>
            </a:extLst>
          </p:cNvPr>
          <p:cNvSpPr txBox="1"/>
          <p:nvPr/>
        </p:nvSpPr>
        <p:spPr>
          <a:xfrm>
            <a:off x="2264848" y="1461876"/>
            <a:ext cx="102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Ted Wong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73B2B5-0A59-DC91-6BC8-70C815BFBF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20027" y="1940644"/>
            <a:ext cx="616256" cy="5806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CFF727-88BB-D655-C687-E4D6B5B7E53C}"/>
              </a:ext>
            </a:extLst>
          </p:cNvPr>
          <p:cNvSpPr txBox="1"/>
          <p:nvPr/>
        </p:nvSpPr>
        <p:spPr>
          <a:xfrm>
            <a:off x="2128969" y="2092475"/>
            <a:ext cx="131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</a:t>
            </a:r>
            <a:endParaRPr lang="en-IN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07F0D2E-10B5-FA0A-BCFE-409111BC7C4B}"/>
              </a:ext>
            </a:extLst>
          </p:cNvPr>
          <p:cNvGrpSpPr/>
          <p:nvPr/>
        </p:nvGrpSpPr>
        <p:grpSpPr>
          <a:xfrm>
            <a:off x="1734320" y="2652576"/>
            <a:ext cx="390852" cy="45719"/>
            <a:chOff x="9620094" y="2940670"/>
            <a:chExt cx="763132" cy="59738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4A40D0B-1204-44C1-D9A9-4B7AFFD8E142}"/>
                </a:ext>
              </a:extLst>
            </p:cNvPr>
            <p:cNvSpPr/>
            <p:nvPr/>
          </p:nvSpPr>
          <p:spPr>
            <a:xfrm>
              <a:off x="9620094" y="2940670"/>
              <a:ext cx="763132" cy="5973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54606278-3A13-B019-5F18-DBB695FF77D6}"/>
                </a:ext>
              </a:extLst>
            </p:cNvPr>
            <p:cNvSpPr/>
            <p:nvPr/>
          </p:nvSpPr>
          <p:spPr>
            <a:xfrm>
              <a:off x="9620098" y="2942804"/>
              <a:ext cx="682142" cy="57603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8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FC4BA2-BCD2-63A3-1494-08FA125CFD61}"/>
              </a:ext>
            </a:extLst>
          </p:cNvPr>
          <p:cNvGrpSpPr/>
          <p:nvPr/>
        </p:nvGrpSpPr>
        <p:grpSpPr>
          <a:xfrm>
            <a:off x="1730131" y="2820367"/>
            <a:ext cx="390852" cy="45719"/>
            <a:chOff x="9180316" y="2949608"/>
            <a:chExt cx="1023517" cy="107646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E1AB8998-76C3-C908-0F76-8FBDD7075982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AC022265-9CBC-9F91-3A9B-A341BDF6EF27}"/>
                </a:ext>
              </a:extLst>
            </p:cNvPr>
            <p:cNvSpPr/>
            <p:nvPr/>
          </p:nvSpPr>
          <p:spPr>
            <a:xfrm>
              <a:off x="9180317" y="2953238"/>
              <a:ext cx="613915" cy="10401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B39C88-08CC-B7A7-AA3E-A68EA3165314}"/>
              </a:ext>
            </a:extLst>
          </p:cNvPr>
          <p:cNvGrpSpPr/>
          <p:nvPr/>
        </p:nvGrpSpPr>
        <p:grpSpPr>
          <a:xfrm>
            <a:off x="1732875" y="2980675"/>
            <a:ext cx="390852" cy="45719"/>
            <a:chOff x="9180316" y="2949608"/>
            <a:chExt cx="1023517" cy="101486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92198AB1-1FFA-6E96-F4FF-EE1622001CA5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D4132E36-A023-1FE6-8088-CB5CF8B43029}"/>
                </a:ext>
              </a:extLst>
            </p:cNvPr>
            <p:cNvSpPr/>
            <p:nvPr/>
          </p:nvSpPr>
          <p:spPr>
            <a:xfrm>
              <a:off x="9180317" y="2953240"/>
              <a:ext cx="359845" cy="8734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CCD8B7A-202F-12B8-1E4C-EB6AA6D73236}"/>
              </a:ext>
            </a:extLst>
          </p:cNvPr>
          <p:cNvGrpSpPr/>
          <p:nvPr/>
        </p:nvGrpSpPr>
        <p:grpSpPr>
          <a:xfrm>
            <a:off x="1732875" y="3153672"/>
            <a:ext cx="390852" cy="45719"/>
            <a:chOff x="9180316" y="2949608"/>
            <a:chExt cx="1023517" cy="101486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624CED63-0BAC-4AD9-115C-3956A0AAED45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C16AFB5D-93BF-B240-67DF-E112E469B4C0}"/>
                </a:ext>
              </a:extLst>
            </p:cNvPr>
            <p:cNvSpPr/>
            <p:nvPr/>
          </p:nvSpPr>
          <p:spPr>
            <a:xfrm>
              <a:off x="9180317" y="2953240"/>
              <a:ext cx="548915" cy="7767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EC1A433-A09F-9F09-D2F4-E9862485CB66}"/>
              </a:ext>
            </a:extLst>
          </p:cNvPr>
          <p:cNvGrpSpPr/>
          <p:nvPr/>
        </p:nvGrpSpPr>
        <p:grpSpPr>
          <a:xfrm>
            <a:off x="2498680" y="2644530"/>
            <a:ext cx="390852" cy="45719"/>
            <a:chOff x="9180316" y="2949608"/>
            <a:chExt cx="1023517" cy="101486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1AE38BF2-0F4F-D346-8CB0-6C03CFD5A206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15D191A5-0D2B-7D30-B6B2-C99C572E4BAC}"/>
                </a:ext>
              </a:extLst>
            </p:cNvPr>
            <p:cNvSpPr/>
            <p:nvPr/>
          </p:nvSpPr>
          <p:spPr>
            <a:xfrm>
              <a:off x="9180317" y="2953240"/>
              <a:ext cx="763784" cy="97854"/>
            </a:xfrm>
            <a:prstGeom prst="roundRect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C1A73B3-21B6-B28A-47EC-D6749A9A1DFB}"/>
              </a:ext>
            </a:extLst>
          </p:cNvPr>
          <p:cNvGrpSpPr/>
          <p:nvPr/>
        </p:nvGrpSpPr>
        <p:grpSpPr>
          <a:xfrm>
            <a:off x="2498680" y="2808580"/>
            <a:ext cx="390852" cy="45719"/>
            <a:chOff x="9180316" y="2949608"/>
            <a:chExt cx="1023517" cy="114207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F873BE36-EC93-8D64-5F50-6B4AE1DAFD8C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6BA3176F-EE2E-CD18-C084-5CDB9D7D5567}"/>
                </a:ext>
              </a:extLst>
            </p:cNvPr>
            <p:cNvSpPr/>
            <p:nvPr/>
          </p:nvSpPr>
          <p:spPr>
            <a:xfrm>
              <a:off x="9180317" y="2953238"/>
              <a:ext cx="503045" cy="110577"/>
            </a:xfrm>
            <a:prstGeom prst="roundRect">
              <a:avLst/>
            </a:prstGeom>
            <a:solidFill>
              <a:srgbClr val="E12B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A69B18C-150C-39D0-82F5-24F0F5222289}"/>
              </a:ext>
            </a:extLst>
          </p:cNvPr>
          <p:cNvGrpSpPr/>
          <p:nvPr/>
        </p:nvGrpSpPr>
        <p:grpSpPr>
          <a:xfrm>
            <a:off x="2498680" y="2972764"/>
            <a:ext cx="390852" cy="45719"/>
            <a:chOff x="9180316" y="2949608"/>
            <a:chExt cx="1023517" cy="103918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CA34D719-725E-AE2F-BBAD-ED9DE4BBEF5E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9AB8E253-FCC6-D80A-1922-C590109D5B14}"/>
                </a:ext>
              </a:extLst>
            </p:cNvPr>
            <p:cNvSpPr/>
            <p:nvPr/>
          </p:nvSpPr>
          <p:spPr>
            <a:xfrm>
              <a:off x="9180317" y="2953238"/>
              <a:ext cx="196944" cy="10028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F37B8CD-4115-A8D9-E0DD-8A1F2F972907}"/>
              </a:ext>
            </a:extLst>
          </p:cNvPr>
          <p:cNvGrpSpPr/>
          <p:nvPr/>
        </p:nvGrpSpPr>
        <p:grpSpPr>
          <a:xfrm>
            <a:off x="2498680" y="3148138"/>
            <a:ext cx="390852" cy="45719"/>
            <a:chOff x="9180316" y="2949608"/>
            <a:chExt cx="1023517" cy="114230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CFD7D66E-F76B-799D-CBF4-A1D43FC047A6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49504EAE-52EA-C487-C8E2-8B65277740A0}"/>
                </a:ext>
              </a:extLst>
            </p:cNvPr>
            <p:cNvSpPr/>
            <p:nvPr/>
          </p:nvSpPr>
          <p:spPr>
            <a:xfrm>
              <a:off x="9180316" y="2953238"/>
              <a:ext cx="876074" cy="1106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B63207E-5B8F-42C7-BC71-41BAFD41895D}"/>
              </a:ext>
            </a:extLst>
          </p:cNvPr>
          <p:cNvSpPr/>
          <p:nvPr/>
        </p:nvSpPr>
        <p:spPr>
          <a:xfrm>
            <a:off x="2046834" y="4003427"/>
            <a:ext cx="1010254" cy="120901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Select Start Date...</a:t>
            </a:r>
            <a:endParaRPr lang="en-I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12C333FB-D928-ED12-DB3D-2F0C61CE8C36}"/>
              </a:ext>
            </a:extLst>
          </p:cNvPr>
          <p:cNvSpPr/>
          <p:nvPr/>
        </p:nvSpPr>
        <p:spPr>
          <a:xfrm>
            <a:off x="3240773" y="4003427"/>
            <a:ext cx="985516" cy="120901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Select End Date...</a:t>
            </a:r>
            <a:endParaRPr lang="en-I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6" name="Graphic 75" descr="Chat bubble outline">
            <a:extLst>
              <a:ext uri="{FF2B5EF4-FFF2-40B4-BE49-F238E27FC236}">
                <a16:creationId xmlns:a16="http://schemas.microsoft.com/office/drawing/2014/main" id="{2A227DCB-72EC-8DEE-093F-E8937C4CA7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31614" y="1402061"/>
            <a:ext cx="240105" cy="240105"/>
          </a:xfrm>
          <a:prstGeom prst="rect">
            <a:avLst/>
          </a:prstGeom>
        </p:spPr>
      </p:pic>
      <p:pic>
        <p:nvPicPr>
          <p:cNvPr id="77" name="Graphic 76" descr="Exclamation mark with solid fill">
            <a:extLst>
              <a:ext uri="{FF2B5EF4-FFF2-40B4-BE49-F238E27FC236}">
                <a16:creationId xmlns:a16="http://schemas.microsoft.com/office/drawing/2014/main" id="{FF9AFB90-EA09-E953-70DC-1F9AC27F9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10272" y="1443305"/>
            <a:ext cx="139882" cy="139882"/>
          </a:xfrm>
          <a:prstGeom prst="rect">
            <a:avLst/>
          </a:prstGeom>
        </p:spPr>
      </p:pic>
      <p:sp>
        <p:nvSpPr>
          <p:cNvPr id="78" name="Oval 77">
            <a:extLst>
              <a:ext uri="{FF2B5EF4-FFF2-40B4-BE49-F238E27FC236}">
                <a16:creationId xmlns:a16="http://schemas.microsoft.com/office/drawing/2014/main" id="{6CDE3749-55A1-7BEB-7022-22E5D9A68E65}"/>
              </a:ext>
            </a:extLst>
          </p:cNvPr>
          <p:cNvSpPr/>
          <p:nvPr/>
        </p:nvSpPr>
        <p:spPr>
          <a:xfrm>
            <a:off x="3995904" y="1428938"/>
            <a:ext cx="164861" cy="163064"/>
          </a:xfrm>
          <a:prstGeom prst="ellipse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hought Bubble: Cloud 78">
            <a:extLst>
              <a:ext uri="{FF2B5EF4-FFF2-40B4-BE49-F238E27FC236}">
                <a16:creationId xmlns:a16="http://schemas.microsoft.com/office/drawing/2014/main" id="{85DA83B5-A617-3D09-CFD2-58DD2302B317}"/>
              </a:ext>
            </a:extLst>
          </p:cNvPr>
          <p:cNvSpPr/>
          <p:nvPr/>
        </p:nvSpPr>
        <p:spPr>
          <a:xfrm>
            <a:off x="3447048" y="5802236"/>
            <a:ext cx="832428" cy="524662"/>
          </a:xfrm>
          <a:prstGeom prst="cloudCallout">
            <a:avLst/>
          </a:prstGeom>
          <a:solidFill>
            <a:srgbClr val="FF3986"/>
          </a:solidFill>
          <a:ln>
            <a:solidFill>
              <a:srgbClr val="FF39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Elo</a:t>
            </a:r>
            <a:endParaRPr lang="en-IN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DAF600-C7D6-330B-338E-A3EDDD7E3FB5}"/>
              </a:ext>
            </a:extLst>
          </p:cNvPr>
          <p:cNvSpPr txBox="1"/>
          <p:nvPr/>
        </p:nvSpPr>
        <p:spPr>
          <a:xfrm>
            <a:off x="3524471" y="2086615"/>
            <a:ext cx="131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</a:t>
            </a:r>
            <a:endParaRPr lang="en-IN" sz="12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F73230A-E31F-5F2B-555B-EF5971FD701F}"/>
              </a:ext>
            </a:extLst>
          </p:cNvPr>
          <p:cNvGrpSpPr/>
          <p:nvPr/>
        </p:nvGrpSpPr>
        <p:grpSpPr>
          <a:xfrm>
            <a:off x="3129822" y="2646716"/>
            <a:ext cx="390852" cy="45719"/>
            <a:chOff x="9620094" y="2940670"/>
            <a:chExt cx="763132" cy="59738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89CDE0C-FEAB-6212-9C2D-444520B6D5DD}"/>
                </a:ext>
              </a:extLst>
            </p:cNvPr>
            <p:cNvSpPr/>
            <p:nvPr/>
          </p:nvSpPr>
          <p:spPr>
            <a:xfrm>
              <a:off x="9620094" y="2940670"/>
              <a:ext cx="763132" cy="5973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A7442931-838E-8BDD-9182-73772A048588}"/>
                </a:ext>
              </a:extLst>
            </p:cNvPr>
            <p:cNvSpPr/>
            <p:nvPr/>
          </p:nvSpPr>
          <p:spPr>
            <a:xfrm>
              <a:off x="9620098" y="2942804"/>
              <a:ext cx="682142" cy="57603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800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6899894-CD0F-CA06-A260-E2A0BD533737}"/>
              </a:ext>
            </a:extLst>
          </p:cNvPr>
          <p:cNvGrpSpPr/>
          <p:nvPr/>
        </p:nvGrpSpPr>
        <p:grpSpPr>
          <a:xfrm>
            <a:off x="3125633" y="2814507"/>
            <a:ext cx="390852" cy="45719"/>
            <a:chOff x="9180316" y="2949608"/>
            <a:chExt cx="1023517" cy="107646"/>
          </a:xfrm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D488002C-A0D9-3039-6E7B-395FAFC9CEF4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0FCA6C0B-052B-ADEF-C55F-A1D69DE68811}"/>
                </a:ext>
              </a:extLst>
            </p:cNvPr>
            <p:cNvSpPr/>
            <p:nvPr/>
          </p:nvSpPr>
          <p:spPr>
            <a:xfrm>
              <a:off x="9180317" y="2953238"/>
              <a:ext cx="613915" cy="10401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601003F-9750-FBB7-A4C7-AF2D0614AD9B}"/>
              </a:ext>
            </a:extLst>
          </p:cNvPr>
          <p:cNvGrpSpPr/>
          <p:nvPr/>
        </p:nvGrpSpPr>
        <p:grpSpPr>
          <a:xfrm>
            <a:off x="3128377" y="2974815"/>
            <a:ext cx="390852" cy="45719"/>
            <a:chOff x="9180316" y="2949608"/>
            <a:chExt cx="1023517" cy="101486"/>
          </a:xfrm>
        </p:grpSpPr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818280F6-D849-ACDD-B1B7-706131636850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F9E54D64-D882-9E2E-AEFA-22BAC905E01E}"/>
                </a:ext>
              </a:extLst>
            </p:cNvPr>
            <p:cNvSpPr/>
            <p:nvPr/>
          </p:nvSpPr>
          <p:spPr>
            <a:xfrm>
              <a:off x="9180317" y="2953240"/>
              <a:ext cx="359845" cy="8734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4B679BF-39A0-332B-54AD-5AFDD74CC3FC}"/>
              </a:ext>
            </a:extLst>
          </p:cNvPr>
          <p:cNvGrpSpPr/>
          <p:nvPr/>
        </p:nvGrpSpPr>
        <p:grpSpPr>
          <a:xfrm>
            <a:off x="3128377" y="3147812"/>
            <a:ext cx="390852" cy="45719"/>
            <a:chOff x="9180316" y="2949608"/>
            <a:chExt cx="1023517" cy="101486"/>
          </a:xfrm>
        </p:grpSpPr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DEB0B522-6136-4E0E-E573-066FAF088055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1BF0FEF4-1D32-8088-5B31-DC698380DE08}"/>
                </a:ext>
              </a:extLst>
            </p:cNvPr>
            <p:cNvSpPr/>
            <p:nvPr/>
          </p:nvSpPr>
          <p:spPr>
            <a:xfrm>
              <a:off x="9180317" y="2953240"/>
              <a:ext cx="548915" cy="7767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9B6F22E-3A42-8966-4269-0F0874E6BEFE}"/>
              </a:ext>
            </a:extLst>
          </p:cNvPr>
          <p:cNvGrpSpPr/>
          <p:nvPr/>
        </p:nvGrpSpPr>
        <p:grpSpPr>
          <a:xfrm>
            <a:off x="3894182" y="2638670"/>
            <a:ext cx="390852" cy="45719"/>
            <a:chOff x="9180316" y="2949608"/>
            <a:chExt cx="1023517" cy="101486"/>
          </a:xfrm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6643D29C-5CEA-12D5-53F3-2E72FDF4A1A0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12FB8ED3-325E-79D0-219F-9B6ECAA37146}"/>
                </a:ext>
              </a:extLst>
            </p:cNvPr>
            <p:cNvSpPr/>
            <p:nvPr/>
          </p:nvSpPr>
          <p:spPr>
            <a:xfrm>
              <a:off x="9180317" y="2953240"/>
              <a:ext cx="763784" cy="97854"/>
            </a:xfrm>
            <a:prstGeom prst="roundRect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472E366-8463-25CC-2A46-4411B116B5E4}"/>
              </a:ext>
            </a:extLst>
          </p:cNvPr>
          <p:cNvGrpSpPr/>
          <p:nvPr/>
        </p:nvGrpSpPr>
        <p:grpSpPr>
          <a:xfrm>
            <a:off x="3894182" y="2802720"/>
            <a:ext cx="390852" cy="45719"/>
            <a:chOff x="9180316" y="2949608"/>
            <a:chExt cx="1023517" cy="114207"/>
          </a:xfrm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6CAB2ECA-4688-D039-A359-1F2C3DA0A87C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BB74B280-C365-6EC6-1909-D09B6C6863EF}"/>
                </a:ext>
              </a:extLst>
            </p:cNvPr>
            <p:cNvSpPr/>
            <p:nvPr/>
          </p:nvSpPr>
          <p:spPr>
            <a:xfrm>
              <a:off x="9180317" y="2953238"/>
              <a:ext cx="503045" cy="110577"/>
            </a:xfrm>
            <a:prstGeom prst="roundRect">
              <a:avLst/>
            </a:prstGeom>
            <a:solidFill>
              <a:srgbClr val="E12B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F2011AD-C021-CDCC-E410-5501387D64F5}"/>
              </a:ext>
            </a:extLst>
          </p:cNvPr>
          <p:cNvGrpSpPr/>
          <p:nvPr/>
        </p:nvGrpSpPr>
        <p:grpSpPr>
          <a:xfrm>
            <a:off x="3894182" y="2966904"/>
            <a:ext cx="390852" cy="45719"/>
            <a:chOff x="9180316" y="2949608"/>
            <a:chExt cx="1023517" cy="103918"/>
          </a:xfrm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6EFC2CCB-98CE-83B6-7AAF-A6968EB9BDFC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0FC31315-4570-786A-EFEB-42DA11CE6C70}"/>
                </a:ext>
              </a:extLst>
            </p:cNvPr>
            <p:cNvSpPr/>
            <p:nvPr/>
          </p:nvSpPr>
          <p:spPr>
            <a:xfrm>
              <a:off x="9180317" y="2953238"/>
              <a:ext cx="196944" cy="10028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F54E5E7-2DE2-B8EC-C539-7428E4806923}"/>
              </a:ext>
            </a:extLst>
          </p:cNvPr>
          <p:cNvGrpSpPr/>
          <p:nvPr/>
        </p:nvGrpSpPr>
        <p:grpSpPr>
          <a:xfrm>
            <a:off x="3894182" y="3142278"/>
            <a:ext cx="390852" cy="45719"/>
            <a:chOff x="9180316" y="2949608"/>
            <a:chExt cx="1023517" cy="114230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5C2A4F15-DC17-4931-48B6-577B02666CA3}"/>
                </a:ext>
              </a:extLst>
            </p:cNvPr>
            <p:cNvSpPr/>
            <p:nvPr/>
          </p:nvSpPr>
          <p:spPr>
            <a:xfrm>
              <a:off x="9180316" y="2949608"/>
              <a:ext cx="1023517" cy="101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AE31A4CF-B2EC-E861-8407-13AF7B6BD78F}"/>
                </a:ext>
              </a:extLst>
            </p:cNvPr>
            <p:cNvSpPr/>
            <p:nvPr/>
          </p:nvSpPr>
          <p:spPr>
            <a:xfrm>
              <a:off x="9180316" y="2953238"/>
              <a:ext cx="876074" cy="1106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27" name="Picture 126">
            <a:extLst>
              <a:ext uri="{FF2B5EF4-FFF2-40B4-BE49-F238E27FC236}">
                <a16:creationId xmlns:a16="http://schemas.microsoft.com/office/drawing/2014/main" id="{D7D0E12B-55B7-302F-D55A-B78D20A6C0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9766" y="4378858"/>
            <a:ext cx="2557103" cy="84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90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31D1C-ABA0-1999-3A66-A34E7BE7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D7D19ED-8F6B-EFD7-5C57-AE2CAE28F1CE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Parent Profile Page - Mobile</a:t>
            </a:r>
            <a:endParaRPr lang="en-IN" sz="36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60FF7E1-4CC9-DAE4-FAA4-A8A80D949396}"/>
              </a:ext>
            </a:extLst>
          </p:cNvPr>
          <p:cNvGrpSpPr/>
          <p:nvPr/>
        </p:nvGrpSpPr>
        <p:grpSpPr>
          <a:xfrm>
            <a:off x="5459486" y="281070"/>
            <a:ext cx="3203557" cy="6407518"/>
            <a:chOff x="8666331" y="315797"/>
            <a:chExt cx="3366722" cy="6858000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580DE77C-C9F1-4644-3B52-E520D9CA2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30422880-41D8-75E4-8C5F-1512696CB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23E0817-8CB5-E32E-6E71-049AD14C4867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2BF7114-1794-7837-A888-1F9A33D26737}"/>
              </a:ext>
            </a:extLst>
          </p:cNvPr>
          <p:cNvSpPr txBox="1"/>
          <p:nvPr/>
        </p:nvSpPr>
        <p:spPr>
          <a:xfrm>
            <a:off x="5837615" y="1676574"/>
            <a:ext cx="2505089" cy="1122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Home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3986"/>
                </a:solidFill>
              </a:rPr>
              <a:t>Profile</a:t>
            </a:r>
            <a:endParaRPr lang="en-IN" dirty="0">
              <a:solidFill>
                <a:srgbClr val="FF3986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6E1D64-BEA7-43DA-B468-E6689416B4A0}"/>
              </a:ext>
            </a:extLst>
          </p:cNvPr>
          <p:cNvCxnSpPr/>
          <p:nvPr/>
        </p:nvCxnSpPr>
        <p:spPr>
          <a:xfrm>
            <a:off x="5921591" y="2341999"/>
            <a:ext cx="2351314" cy="0"/>
          </a:xfrm>
          <a:prstGeom prst="line">
            <a:avLst/>
          </a:prstGeom>
          <a:ln>
            <a:solidFill>
              <a:srgbClr val="01CE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Close outline">
            <a:extLst>
              <a:ext uri="{FF2B5EF4-FFF2-40B4-BE49-F238E27FC236}">
                <a16:creationId xmlns:a16="http://schemas.microsoft.com/office/drawing/2014/main" id="{A6FE8D02-E567-CD95-EB3E-D66A59604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2701" y="752873"/>
            <a:ext cx="260003" cy="2600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23F089-830C-1EA6-4C6A-39BC9C92E84F}"/>
              </a:ext>
            </a:extLst>
          </p:cNvPr>
          <p:cNvSpPr txBox="1"/>
          <p:nvPr/>
        </p:nvSpPr>
        <p:spPr>
          <a:xfrm>
            <a:off x="2623618" y="1461608"/>
            <a:ext cx="159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Ted Wong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47B2F0D-E573-6C6C-5DEA-09C1BB5045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249275" y="1454249"/>
            <a:ext cx="374343" cy="37919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A3534FA-BAD8-DB0C-A82B-31727DC57939}"/>
              </a:ext>
            </a:extLst>
          </p:cNvPr>
          <p:cNvGrpSpPr/>
          <p:nvPr/>
        </p:nvGrpSpPr>
        <p:grpSpPr>
          <a:xfrm>
            <a:off x="1871274" y="281071"/>
            <a:ext cx="3132884" cy="6407517"/>
            <a:chOff x="8666331" y="315797"/>
            <a:chExt cx="3366722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FAA3A2-C73E-0C9C-E9D0-83694A54A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B651D4-E74B-DBC3-8827-30DA57A27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E55424-F7CE-3F83-8AB8-688CA66C31F6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D76E31-37BE-601A-CF7D-2EF179E52F25}"/>
              </a:ext>
            </a:extLst>
          </p:cNvPr>
          <p:cNvSpPr/>
          <p:nvPr/>
        </p:nvSpPr>
        <p:spPr>
          <a:xfrm>
            <a:off x="2950257" y="5405336"/>
            <a:ext cx="1180690" cy="61138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Logout</a:t>
            </a:r>
            <a:endParaRPr lang="en-IN" sz="1200" dirty="0"/>
          </a:p>
        </p:txBody>
      </p:sp>
      <p:sp>
        <p:nvSpPr>
          <p:cNvPr id="9" name="Rounded Rectangle 55">
            <a:extLst>
              <a:ext uri="{FF2B5EF4-FFF2-40B4-BE49-F238E27FC236}">
                <a16:creationId xmlns:a16="http://schemas.microsoft.com/office/drawing/2014/main" id="{14CA7304-8B7F-DF5F-E36F-3EA3DA1B650F}"/>
              </a:ext>
            </a:extLst>
          </p:cNvPr>
          <p:cNvSpPr/>
          <p:nvPr/>
        </p:nvSpPr>
        <p:spPr>
          <a:xfrm>
            <a:off x="4237689" y="810410"/>
            <a:ext cx="489966" cy="233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F46B61-1D11-EC1C-940C-1652D53F58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775" y="424341"/>
            <a:ext cx="833886" cy="8338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64C306-FED7-0BDD-767D-5475F06E6088}"/>
              </a:ext>
            </a:extLst>
          </p:cNvPr>
          <p:cNvSpPr txBox="1"/>
          <p:nvPr/>
        </p:nvSpPr>
        <p:spPr>
          <a:xfrm>
            <a:off x="2200115" y="2322381"/>
            <a:ext cx="211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Child’s Name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D869F-CC87-A871-0029-75D1DBFC9341}"/>
              </a:ext>
            </a:extLst>
          </p:cNvPr>
          <p:cNvSpPr txBox="1"/>
          <p:nvPr/>
        </p:nvSpPr>
        <p:spPr>
          <a:xfrm>
            <a:off x="2200115" y="2671698"/>
            <a:ext cx="2185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Parent’s Email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229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5AC8A-4506-5A88-6A11-BCC5BC284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 TRACK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2375CD-4E0F-232B-E222-896E4EA1F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2020840"/>
            <a:ext cx="6780700" cy="28139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A1B8C0-F791-CEDE-528F-C7B8704CC3DD}"/>
              </a:ext>
            </a:extLst>
          </p:cNvPr>
          <p:cNvSpPr txBox="1"/>
          <p:nvPr/>
        </p:nvSpPr>
        <p:spPr>
          <a:xfrm>
            <a:off x="4404360" y="5478780"/>
            <a:ext cx="4107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TBD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187335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6063B-BBA2-CB7E-0A76-66FF9C42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1B82939-3F3A-A15A-2F5A-1AA13DD65938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Student Sign In Page First Time - Mobile</a:t>
            </a:r>
            <a:endParaRPr lang="en-IN" sz="3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133184-9233-B071-A769-304FFD9ED33A}"/>
              </a:ext>
            </a:extLst>
          </p:cNvPr>
          <p:cNvGrpSpPr/>
          <p:nvPr/>
        </p:nvGrpSpPr>
        <p:grpSpPr>
          <a:xfrm>
            <a:off x="5246098" y="395748"/>
            <a:ext cx="2969343" cy="6184490"/>
            <a:chOff x="1641986" y="673510"/>
            <a:chExt cx="2969343" cy="618449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650DFB15-BA58-2536-C703-8FBC7782B9D1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7C9E5D4-1A23-62D7-F9B5-6F76F51543EC}"/>
                </a:ext>
              </a:extLst>
            </p:cNvPr>
            <p:cNvGrpSpPr/>
            <p:nvPr/>
          </p:nvGrpSpPr>
          <p:grpSpPr>
            <a:xfrm>
              <a:off x="2451917" y="4662626"/>
              <a:ext cx="1349479" cy="494112"/>
              <a:chOff x="5797312" y="5031358"/>
              <a:chExt cx="1843549" cy="603750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6CA85FA-25A9-2E88-337C-931D93535C43}"/>
                  </a:ext>
                </a:extLst>
              </p:cNvPr>
              <p:cNvSpPr/>
              <p:nvPr/>
            </p:nvSpPr>
            <p:spPr>
              <a:xfrm>
                <a:off x="5797312" y="5031358"/>
                <a:ext cx="1843549" cy="541424"/>
              </a:xfrm>
              <a:prstGeom prst="roundRect">
                <a:avLst>
                  <a:gd name="adj" fmla="val 50000"/>
                </a:avLst>
              </a:prstGeom>
              <a:solidFill>
                <a:srgbClr val="FF39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Continue</a:t>
                </a:r>
                <a:endParaRPr lang="en-IN" sz="1200" dirty="0"/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C4CB38F9-37BB-6FDD-F352-F2FAAAC5DF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0322" y="5635108"/>
                <a:ext cx="22131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9C63351-50BB-FDDC-E524-F5BF8C669FE1}"/>
              </a:ext>
            </a:extLst>
          </p:cNvPr>
          <p:cNvGrpSpPr/>
          <p:nvPr/>
        </p:nvGrpSpPr>
        <p:grpSpPr>
          <a:xfrm>
            <a:off x="5125282" y="277762"/>
            <a:ext cx="3203557" cy="6407518"/>
            <a:chOff x="8666331" y="315797"/>
            <a:chExt cx="3366722" cy="685800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B23EACC-251A-D187-B14A-64299FA1F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649D5D9-8E2C-78F9-A680-3860DE255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B5B3B36-82A1-0781-1D0C-4E17C2054FF2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6EEAAD0-E1B2-B53D-77E9-A7A582603E8C}"/>
              </a:ext>
            </a:extLst>
          </p:cNvPr>
          <p:cNvSpPr/>
          <p:nvPr/>
        </p:nvSpPr>
        <p:spPr>
          <a:xfrm>
            <a:off x="5489748" y="2446791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new Password...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9084203-B501-2CE7-764A-695702BA873D}"/>
              </a:ext>
            </a:extLst>
          </p:cNvPr>
          <p:cNvSpPr/>
          <p:nvPr/>
        </p:nvSpPr>
        <p:spPr>
          <a:xfrm>
            <a:off x="5475975" y="3393138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Re-enter your new Password...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D4118E-94D3-3FD4-5486-AD8662FCE780}"/>
              </a:ext>
            </a:extLst>
          </p:cNvPr>
          <p:cNvSpPr txBox="1"/>
          <p:nvPr/>
        </p:nvSpPr>
        <p:spPr>
          <a:xfrm>
            <a:off x="5430683" y="3130072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Confirm New 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B38085-A053-7AF4-8AA6-D2DDC8B1F4D5}"/>
              </a:ext>
            </a:extLst>
          </p:cNvPr>
          <p:cNvSpPr txBox="1"/>
          <p:nvPr/>
        </p:nvSpPr>
        <p:spPr>
          <a:xfrm>
            <a:off x="5440014" y="2173694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New 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FED5F4-66F2-8D7A-D4E9-67BAE956D6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434" y="444005"/>
            <a:ext cx="833886" cy="83388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62BDC3C-633C-4934-532D-D7FEACD0C993}"/>
              </a:ext>
            </a:extLst>
          </p:cNvPr>
          <p:cNvSpPr txBox="1"/>
          <p:nvPr/>
        </p:nvSpPr>
        <p:spPr>
          <a:xfrm>
            <a:off x="5385079" y="1476018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Change your password for safety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1C19C4-E15F-E2FF-6D42-74324E398108}"/>
              </a:ext>
            </a:extLst>
          </p:cNvPr>
          <p:cNvGrpSpPr/>
          <p:nvPr/>
        </p:nvGrpSpPr>
        <p:grpSpPr>
          <a:xfrm>
            <a:off x="1518265" y="277762"/>
            <a:ext cx="3203557" cy="6407518"/>
            <a:chOff x="8666331" y="315797"/>
            <a:chExt cx="3366722" cy="685800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394129A-A8AD-9EBF-D306-E37C2B098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6204417-DFBF-5501-DBA6-8388A7620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8686B68-181B-2C59-5EB4-31EB91AB3CB5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FAE0CDC-AED7-E500-7E2D-6BABBBC5BDAD}"/>
              </a:ext>
            </a:extLst>
          </p:cNvPr>
          <p:cNvSpPr/>
          <p:nvPr/>
        </p:nvSpPr>
        <p:spPr>
          <a:xfrm>
            <a:off x="2394334" y="4384863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Sign In</a:t>
            </a:r>
            <a:endParaRPr lang="en-IN" sz="12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BED7798-685D-FA12-107F-E01B396438CD}"/>
              </a:ext>
            </a:extLst>
          </p:cNvPr>
          <p:cNvSpPr/>
          <p:nvPr/>
        </p:nvSpPr>
        <p:spPr>
          <a:xfrm>
            <a:off x="1861804" y="2452595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unique username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102B8CE-04E9-68C0-DF25-687E59463E81}"/>
              </a:ext>
            </a:extLst>
          </p:cNvPr>
          <p:cNvSpPr/>
          <p:nvPr/>
        </p:nvSpPr>
        <p:spPr>
          <a:xfrm>
            <a:off x="1848030" y="3384415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EF3F3A-BDF2-03A7-0155-4A5E6397352B}"/>
              </a:ext>
            </a:extLst>
          </p:cNvPr>
          <p:cNvSpPr txBox="1"/>
          <p:nvPr/>
        </p:nvSpPr>
        <p:spPr>
          <a:xfrm>
            <a:off x="1777421" y="311997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A16A24-B66C-97D9-9E20-1FF1C55ADE18}"/>
              </a:ext>
            </a:extLst>
          </p:cNvPr>
          <p:cNvSpPr txBox="1"/>
          <p:nvPr/>
        </p:nvSpPr>
        <p:spPr>
          <a:xfrm>
            <a:off x="1808521" y="2190028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Username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193177-27F3-452D-B3D6-F7B5BECAE69D}"/>
              </a:ext>
            </a:extLst>
          </p:cNvPr>
          <p:cNvSpPr txBox="1"/>
          <p:nvPr/>
        </p:nvSpPr>
        <p:spPr>
          <a:xfrm>
            <a:off x="1790037" y="1528539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7FAB9B9-DE33-8A93-9DA4-AE44699E9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228" y="481994"/>
            <a:ext cx="833886" cy="83388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49C77D7-7130-E021-D30D-0D0C6B903FEF}"/>
              </a:ext>
            </a:extLst>
          </p:cNvPr>
          <p:cNvGrpSpPr/>
          <p:nvPr/>
        </p:nvGrpSpPr>
        <p:grpSpPr>
          <a:xfrm>
            <a:off x="8853115" y="419987"/>
            <a:ext cx="2969343" cy="6184490"/>
            <a:chOff x="1641986" y="673510"/>
            <a:chExt cx="2969343" cy="618449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B69A299-F656-98BA-62DC-01036D03E979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6978DC2-94CF-E4B4-7FA4-B5C9D0147FE6}"/>
                </a:ext>
              </a:extLst>
            </p:cNvPr>
            <p:cNvGrpSpPr/>
            <p:nvPr/>
          </p:nvGrpSpPr>
          <p:grpSpPr>
            <a:xfrm>
              <a:off x="2458672" y="4638385"/>
              <a:ext cx="1349479" cy="518364"/>
              <a:chOff x="5806540" y="5001726"/>
              <a:chExt cx="1843549" cy="633382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799F35F-8933-16C3-6F15-B6FFC776BF0A}"/>
                  </a:ext>
                </a:extLst>
              </p:cNvPr>
              <p:cNvSpPr/>
              <p:nvPr/>
            </p:nvSpPr>
            <p:spPr>
              <a:xfrm>
                <a:off x="5806540" y="5001726"/>
                <a:ext cx="1843549" cy="54142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Sign In</a:t>
                </a:r>
                <a:endParaRPr lang="en-IN" sz="1200" dirty="0"/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1FE15EA4-9A0E-5902-1553-B3CD5607FA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0322" y="5635108"/>
                <a:ext cx="22131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2546F08-5C71-31F9-2F7C-5B9B4E003CC9}"/>
              </a:ext>
            </a:extLst>
          </p:cNvPr>
          <p:cNvGrpSpPr/>
          <p:nvPr/>
        </p:nvGrpSpPr>
        <p:grpSpPr>
          <a:xfrm>
            <a:off x="8732299" y="302001"/>
            <a:ext cx="3203557" cy="6407518"/>
            <a:chOff x="8666331" y="315797"/>
            <a:chExt cx="3366722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E087756-4E90-A29C-BC6B-4806EBCAF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BBDF4E5-3753-9567-51E8-75A6387E4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25281F-07E6-CC63-ABF3-CD94FC36DA86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0264115-F10F-9AD7-A927-A5BF71082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798" y="468141"/>
            <a:ext cx="833886" cy="8338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C15906-A273-A23F-6E58-AB52EE737EE3}"/>
              </a:ext>
            </a:extLst>
          </p:cNvPr>
          <p:cNvSpPr txBox="1"/>
          <p:nvPr/>
        </p:nvSpPr>
        <p:spPr>
          <a:xfrm>
            <a:off x="9170053" y="3865323"/>
            <a:ext cx="2359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*Incorrect username or password. Try again.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B47D08-AB08-2520-D087-8ACFF23FD6E3}"/>
              </a:ext>
            </a:extLst>
          </p:cNvPr>
          <p:cNvSpPr/>
          <p:nvPr/>
        </p:nvSpPr>
        <p:spPr>
          <a:xfrm>
            <a:off x="9112559" y="2314460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nina053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AE1DF3D-0FFB-852A-3224-C79DA327C8CD}"/>
              </a:ext>
            </a:extLst>
          </p:cNvPr>
          <p:cNvSpPr/>
          <p:nvPr/>
        </p:nvSpPr>
        <p:spPr>
          <a:xfrm>
            <a:off x="9098785" y="3246280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8Bo9j08h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EC13CC-36AE-D8EE-2AB2-82202E392C88}"/>
              </a:ext>
            </a:extLst>
          </p:cNvPr>
          <p:cNvSpPr txBox="1"/>
          <p:nvPr/>
        </p:nvSpPr>
        <p:spPr>
          <a:xfrm>
            <a:off x="9028176" y="2981844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EBE989-E2C9-B58A-FE16-95C661459E65}"/>
              </a:ext>
            </a:extLst>
          </p:cNvPr>
          <p:cNvSpPr txBox="1"/>
          <p:nvPr/>
        </p:nvSpPr>
        <p:spPr>
          <a:xfrm>
            <a:off x="9059276" y="2051893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username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D74B28-A4E0-17E1-18EA-76E4F74D7085}"/>
              </a:ext>
            </a:extLst>
          </p:cNvPr>
          <p:cNvSpPr txBox="1"/>
          <p:nvPr/>
        </p:nvSpPr>
        <p:spPr>
          <a:xfrm>
            <a:off x="9028176" y="1505823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</p:spTree>
    <p:extLst>
      <p:ext uri="{BB962C8B-B14F-4D97-AF65-F5344CB8AC3E}">
        <p14:creationId xmlns:p14="http://schemas.microsoft.com/office/powerpoint/2010/main" val="2265819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814F1-D88D-83A6-5F03-CF29369A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CD75F394-193A-451A-1B50-3E6B9A217394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Student Home Page - Mobile</a:t>
            </a:r>
            <a:endParaRPr lang="en-IN" sz="36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4B1AE81-3A74-ED9F-C8B9-7A6294E9FFBB}"/>
              </a:ext>
            </a:extLst>
          </p:cNvPr>
          <p:cNvGrpSpPr/>
          <p:nvPr/>
        </p:nvGrpSpPr>
        <p:grpSpPr>
          <a:xfrm>
            <a:off x="1651819" y="395748"/>
            <a:ext cx="2969343" cy="6184490"/>
            <a:chOff x="1651819" y="395748"/>
            <a:chExt cx="2969343" cy="618449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1D45962-E076-73BF-27C4-5EA8D0F22BAE}"/>
                </a:ext>
              </a:extLst>
            </p:cNvPr>
            <p:cNvSpPr/>
            <p:nvPr/>
          </p:nvSpPr>
          <p:spPr>
            <a:xfrm>
              <a:off x="1651819" y="395748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ounded Rectangle 55">
              <a:extLst>
                <a:ext uri="{FF2B5EF4-FFF2-40B4-BE49-F238E27FC236}">
                  <a16:creationId xmlns:a16="http://schemas.microsoft.com/office/drawing/2014/main" id="{172E16C3-D086-AD83-6A43-EB0A8A18EFB4}"/>
                </a:ext>
              </a:extLst>
            </p:cNvPr>
            <p:cNvSpPr/>
            <p:nvPr/>
          </p:nvSpPr>
          <p:spPr>
            <a:xfrm>
              <a:off x="3967601" y="749565"/>
              <a:ext cx="423420" cy="20300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700" dirty="0">
                  <a:solidFill>
                    <a:srgbClr val="01CED1"/>
                  </a:solidFill>
                </a:rPr>
                <a:t>● ● ●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38C0A6A-AB46-B51D-DAF1-A4BCD1FE002A}"/>
                </a:ext>
              </a:extLst>
            </p:cNvPr>
            <p:cNvSpPr txBox="1"/>
            <p:nvPr/>
          </p:nvSpPr>
          <p:spPr>
            <a:xfrm>
              <a:off x="1845384" y="636827"/>
              <a:ext cx="1061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WELLBEING</a:t>
              </a:r>
            </a:p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BUDDY</a:t>
              </a:r>
              <a:endParaRPr lang="en-IN" sz="1400" dirty="0">
                <a:solidFill>
                  <a:srgbClr val="01CED1"/>
                </a:solidFill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E7649BC-A639-1C1A-F538-6A2D5F8653BE}"/>
                </a:ext>
              </a:extLst>
            </p:cNvPr>
            <p:cNvGrpSpPr/>
            <p:nvPr/>
          </p:nvGrpSpPr>
          <p:grpSpPr>
            <a:xfrm>
              <a:off x="1863479" y="4741653"/>
              <a:ext cx="2546022" cy="1209609"/>
              <a:chOff x="1863479" y="4032520"/>
              <a:chExt cx="2546022" cy="1209609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BAC827C-43E9-B05A-ED70-D89526AAD6CB}"/>
                  </a:ext>
                </a:extLst>
              </p:cNvPr>
              <p:cNvGrpSpPr/>
              <p:nvPr/>
            </p:nvGrpSpPr>
            <p:grpSpPr>
              <a:xfrm>
                <a:off x="2462668" y="4716634"/>
                <a:ext cx="1306898" cy="443102"/>
                <a:chOff x="5798568" y="5436763"/>
                <a:chExt cx="1785379" cy="541424"/>
              </a:xfrm>
            </p:grpSpPr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FFA850B8-64AC-B1DF-1A7D-B79E8D530BF5}"/>
                    </a:ext>
                  </a:extLst>
                </p:cNvPr>
                <p:cNvSpPr/>
                <p:nvPr/>
              </p:nvSpPr>
              <p:spPr>
                <a:xfrm>
                  <a:off x="5798568" y="5436763"/>
                  <a:ext cx="1785379" cy="5414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398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Chat with Elo</a:t>
                  </a:r>
                  <a:endParaRPr lang="en-IN" sz="1200" dirty="0"/>
                </a:p>
              </p:txBody>
            </p: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781D7AB5-EE35-9660-E0F4-5208A79087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85050" y="5714919"/>
                  <a:ext cx="196721" cy="0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83211C3-DF2F-5192-D7F7-686E84995952}"/>
                  </a:ext>
                </a:extLst>
              </p:cNvPr>
              <p:cNvGrpSpPr/>
              <p:nvPr/>
            </p:nvGrpSpPr>
            <p:grpSpPr>
              <a:xfrm>
                <a:off x="1863479" y="4032520"/>
                <a:ext cx="2546022" cy="1209609"/>
                <a:chOff x="2034658" y="5053783"/>
                <a:chExt cx="8869319" cy="1130709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FAF4898-6CC7-5735-5806-F6BB762A63E4}"/>
                    </a:ext>
                  </a:extLst>
                </p:cNvPr>
                <p:cNvSpPr txBox="1"/>
                <p:nvPr/>
              </p:nvSpPr>
              <p:spPr>
                <a:xfrm>
                  <a:off x="2832353" y="5226749"/>
                  <a:ext cx="7402550" cy="3883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Need a friend to talk to? Meet your AI Buddy who can keep a secret ;)</a:t>
                  </a:r>
                  <a:endParaRPr lang="en-IN" sz="1050" dirty="0"/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D205793A-241F-FCC7-BCBF-2C6F0A99CE20}"/>
                    </a:ext>
                  </a:extLst>
                </p:cNvPr>
                <p:cNvSpPr/>
                <p:nvPr/>
              </p:nvSpPr>
              <p:spPr>
                <a:xfrm>
                  <a:off x="2034658" y="5053783"/>
                  <a:ext cx="8869319" cy="1130709"/>
                </a:xfrm>
                <a:prstGeom prst="roundRect">
                  <a:avLst>
                    <a:gd name="adj" fmla="val 50000"/>
                  </a:avLst>
                </a:prstGeom>
                <a:noFill/>
                <a:ln>
                  <a:solidFill>
                    <a:srgbClr val="01CED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91BD436-48BD-78DE-53BC-714CFCCA580E}"/>
                </a:ext>
              </a:extLst>
            </p:cNvPr>
            <p:cNvGrpSpPr/>
            <p:nvPr/>
          </p:nvGrpSpPr>
          <p:grpSpPr>
            <a:xfrm>
              <a:off x="1885788" y="1387691"/>
              <a:ext cx="2505234" cy="1258458"/>
              <a:chOff x="1966451" y="1512869"/>
              <a:chExt cx="9547123" cy="1633454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9D3B8EB-5672-5ACD-97AC-6905C38968A4}"/>
                  </a:ext>
                </a:extLst>
              </p:cNvPr>
              <p:cNvSpPr/>
              <p:nvPr/>
            </p:nvSpPr>
            <p:spPr>
              <a:xfrm>
                <a:off x="1966451" y="1512869"/>
                <a:ext cx="9547123" cy="163345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B6E13F-E455-E28E-6E40-C3D24701E26A}"/>
                  </a:ext>
                </a:extLst>
              </p:cNvPr>
              <p:cNvSpPr txBox="1"/>
              <p:nvPr/>
            </p:nvSpPr>
            <p:spPr>
              <a:xfrm>
                <a:off x="1985498" y="1933435"/>
                <a:ext cx="7914474" cy="26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Wellness quote of the day (AI)</a:t>
                </a:r>
                <a:endParaRPr lang="en-IN" sz="11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C9B7B67-30E4-D9B4-1BDA-6F9BCEA3DEC2}"/>
                  </a:ext>
                </a:extLst>
              </p:cNvPr>
              <p:cNvSpPr txBox="1"/>
              <p:nvPr/>
            </p:nvSpPr>
            <p:spPr>
              <a:xfrm>
                <a:off x="1985498" y="1605202"/>
                <a:ext cx="34540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Hi Rosa!</a:t>
                </a:r>
                <a:endParaRPr lang="en-IN" sz="1600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0F6038A-62F1-5BF9-25B1-5568D9B78E27}"/>
                  </a:ext>
                </a:extLst>
              </p:cNvPr>
              <p:cNvSpPr txBox="1"/>
              <p:nvPr/>
            </p:nvSpPr>
            <p:spPr>
              <a:xfrm>
                <a:off x="2733728" y="2650018"/>
                <a:ext cx="78426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Random wellness tips (AI)</a:t>
                </a:r>
                <a:endParaRPr lang="en-IN" sz="1400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468D38D-E6C9-B3E3-2225-6F869E6034D3}"/>
                </a:ext>
              </a:extLst>
            </p:cNvPr>
            <p:cNvGrpSpPr/>
            <p:nvPr/>
          </p:nvGrpSpPr>
          <p:grpSpPr>
            <a:xfrm>
              <a:off x="1866136" y="2799402"/>
              <a:ext cx="2524886" cy="1633454"/>
              <a:chOff x="1866136" y="2668770"/>
              <a:chExt cx="2524886" cy="1633454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82C52BBA-587D-2AEF-6E12-A9DBD5396F5A}"/>
                  </a:ext>
                </a:extLst>
              </p:cNvPr>
              <p:cNvGrpSpPr/>
              <p:nvPr/>
            </p:nvGrpSpPr>
            <p:grpSpPr>
              <a:xfrm>
                <a:off x="1866136" y="2668770"/>
                <a:ext cx="2524886" cy="1633454"/>
                <a:chOff x="7035557" y="2473403"/>
                <a:chExt cx="5156443" cy="1633454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674E40B-1393-E41F-E0A6-95353A38A820}"/>
                    </a:ext>
                  </a:extLst>
                </p:cNvPr>
                <p:cNvSpPr txBox="1"/>
                <p:nvPr/>
              </p:nvSpPr>
              <p:spPr>
                <a:xfrm>
                  <a:off x="8555900" y="2473403"/>
                  <a:ext cx="221418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rgbClr val="01CED1"/>
                      </a:solidFill>
                    </a:rPr>
                    <a:t>Did</a:t>
                  </a:r>
                </a:p>
                <a:p>
                  <a:pPr algn="ctr"/>
                  <a:r>
                    <a:rPr lang="en-US" sz="1600" dirty="0">
                      <a:solidFill>
                        <a:srgbClr val="01CED1"/>
                      </a:solidFill>
                    </a:rPr>
                    <a:t>You Know?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6CC30030-E8F6-FF62-0D5D-738E87288297}"/>
                    </a:ext>
                  </a:extLst>
                </p:cNvPr>
                <p:cNvSpPr/>
                <p:nvPr/>
              </p:nvSpPr>
              <p:spPr>
                <a:xfrm>
                  <a:off x="7075691" y="2473403"/>
                  <a:ext cx="5116309" cy="163345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76C5895-3300-85FC-BBD8-9957E3A14276}"/>
                    </a:ext>
                  </a:extLst>
                </p:cNvPr>
                <p:cNvSpPr txBox="1"/>
                <p:nvPr/>
              </p:nvSpPr>
              <p:spPr>
                <a:xfrm>
                  <a:off x="7035557" y="3091830"/>
                  <a:ext cx="5116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Writing about your day takes things off of your mind!</a:t>
                  </a: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A175856-58BA-CC15-F3BA-4758C41AAC25}"/>
                  </a:ext>
                </a:extLst>
              </p:cNvPr>
              <p:cNvGrpSpPr/>
              <p:nvPr/>
            </p:nvGrpSpPr>
            <p:grpSpPr>
              <a:xfrm>
                <a:off x="2160222" y="3871972"/>
                <a:ext cx="1609344" cy="276999"/>
                <a:chOff x="8763951" y="5215916"/>
                <a:chExt cx="1609344" cy="276999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F6E8427-7CEF-5A72-73E5-F1D0B3A4E709}"/>
                    </a:ext>
                  </a:extLst>
                </p:cNvPr>
                <p:cNvSpPr txBox="1"/>
                <p:nvPr/>
              </p:nvSpPr>
              <p:spPr>
                <a:xfrm>
                  <a:off x="8763951" y="5215916"/>
                  <a:ext cx="16093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See Your Journal</a:t>
                  </a:r>
                </a:p>
              </p:txBody>
            </p: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74F047BC-80BC-FA11-BC0D-87A8E45879FB}"/>
                    </a:ext>
                  </a:extLst>
                </p:cNvPr>
                <p:cNvGrpSpPr/>
                <p:nvPr/>
              </p:nvGrpSpPr>
              <p:grpSpPr>
                <a:xfrm>
                  <a:off x="10099535" y="5216186"/>
                  <a:ext cx="252000" cy="252000"/>
                  <a:chOff x="8241528" y="4639128"/>
                  <a:chExt cx="360000" cy="360000"/>
                </a:xfrm>
              </p:grpSpPr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050D71C3-7388-4E61-207A-BE19E2A60153}"/>
                      </a:ext>
                    </a:extLst>
                  </p:cNvPr>
                  <p:cNvSpPr/>
                  <p:nvPr/>
                </p:nvSpPr>
                <p:spPr>
                  <a:xfrm>
                    <a:off x="8241528" y="4639128"/>
                    <a:ext cx="360000" cy="360000"/>
                  </a:xfrm>
                  <a:prstGeom prst="ellipse">
                    <a:avLst/>
                  </a:prstGeom>
                  <a:solidFill>
                    <a:srgbClr val="FF398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cxnSp>
                <p:nvCxnSpPr>
                  <p:cNvPr id="32" name="Straight Arrow Connector 31">
                    <a:extLst>
                      <a:ext uri="{FF2B5EF4-FFF2-40B4-BE49-F238E27FC236}">
                        <a16:creationId xmlns:a16="http://schemas.microsoft.com/office/drawing/2014/main" id="{2DC37565-C3FD-2C0F-B126-465866694A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323314" y="4805798"/>
                    <a:ext cx="205714" cy="0"/>
                  </a:xfrm>
                  <a:prstGeom prst="straightConnector1">
                    <a:avLst/>
                  </a:prstGeom>
                  <a:ln w="25400">
                    <a:solidFill>
                      <a:schemeClr val="bg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AA85CDA-AD1C-95FA-0A81-7302D46BBCA5}"/>
              </a:ext>
            </a:extLst>
          </p:cNvPr>
          <p:cNvGrpSpPr/>
          <p:nvPr/>
        </p:nvGrpSpPr>
        <p:grpSpPr>
          <a:xfrm>
            <a:off x="5681495" y="395748"/>
            <a:ext cx="2969343" cy="6184490"/>
            <a:chOff x="5681495" y="395748"/>
            <a:chExt cx="2969343" cy="618449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994DC6E-DA0D-F19D-3161-674065D1900D}"/>
                </a:ext>
              </a:extLst>
            </p:cNvPr>
            <p:cNvGrpSpPr/>
            <p:nvPr/>
          </p:nvGrpSpPr>
          <p:grpSpPr>
            <a:xfrm>
              <a:off x="5681495" y="395748"/>
              <a:ext cx="2969343" cy="6184490"/>
              <a:chOff x="1651819" y="395748"/>
              <a:chExt cx="2969343" cy="618449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2EAE8EF-77D3-0618-D87B-34954D2486F2}"/>
                  </a:ext>
                </a:extLst>
              </p:cNvPr>
              <p:cNvSpPr/>
              <p:nvPr/>
            </p:nvSpPr>
            <p:spPr>
              <a:xfrm>
                <a:off x="1651819" y="395748"/>
                <a:ext cx="2969343" cy="6184490"/>
              </a:xfrm>
              <a:prstGeom prst="roundRect">
                <a:avLst/>
              </a:prstGeom>
              <a:noFill/>
              <a:ln>
                <a:solidFill>
                  <a:srgbClr val="F7119A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C7105F8F-E2E6-CDB9-4184-7CB8CB11C6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3056" y="4119543"/>
                <a:ext cx="144000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ounded Rectangle 55">
                <a:extLst>
                  <a:ext uri="{FF2B5EF4-FFF2-40B4-BE49-F238E27FC236}">
                    <a16:creationId xmlns:a16="http://schemas.microsoft.com/office/drawing/2014/main" id="{F1E56C52-4184-C9FC-EED7-DEAA4DAB3E05}"/>
                  </a:ext>
                </a:extLst>
              </p:cNvPr>
              <p:cNvSpPr/>
              <p:nvPr/>
            </p:nvSpPr>
            <p:spPr>
              <a:xfrm>
                <a:off x="3967601" y="749565"/>
                <a:ext cx="423420" cy="20300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2400" dirty="0">
                    <a:solidFill>
                      <a:srgbClr val="01CED1"/>
                    </a:solidFill>
                  </a:rPr>
                  <a:t>✕</a:t>
                </a:r>
              </a:p>
            </p:txBody>
          </p:sp>
        </p:grp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2C1C188-4605-AF2F-D60B-F69E7A12014F}"/>
                </a:ext>
              </a:extLst>
            </p:cNvPr>
            <p:cNvSpPr/>
            <p:nvPr/>
          </p:nvSpPr>
          <p:spPr>
            <a:xfrm>
              <a:off x="5840963" y="636827"/>
              <a:ext cx="2677886" cy="570799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9802F7C-F766-C211-FE0F-08F3D9E6B917}"/>
                </a:ext>
              </a:extLst>
            </p:cNvPr>
            <p:cNvSpPr txBox="1"/>
            <p:nvPr/>
          </p:nvSpPr>
          <p:spPr>
            <a:xfrm>
              <a:off x="5915608" y="1891460"/>
              <a:ext cx="2505089" cy="223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dirty="0">
                  <a:solidFill>
                    <a:srgbClr val="FF3986"/>
                  </a:solidFill>
                </a:rPr>
                <a:t>Home</a:t>
              </a:r>
              <a:r>
                <a:rPr lang="en-US" dirty="0"/>
                <a:t> </a:t>
              </a:r>
            </a:p>
            <a:p>
              <a:pPr>
                <a:lnSpc>
                  <a:spcPct val="200000"/>
                </a:lnSpc>
              </a:pPr>
              <a:r>
                <a:rPr lang="en-US" dirty="0"/>
                <a:t>My Journal</a:t>
              </a:r>
            </a:p>
            <a:p>
              <a:pPr>
                <a:lnSpc>
                  <a:spcPct val="200000"/>
                </a:lnSpc>
              </a:pPr>
              <a:r>
                <a:rPr lang="en-US" dirty="0"/>
                <a:t>Meet Elo</a:t>
              </a:r>
            </a:p>
            <a:p>
              <a:pPr>
                <a:lnSpc>
                  <a:spcPct val="200000"/>
                </a:lnSpc>
              </a:pPr>
              <a:r>
                <a:rPr lang="en-US" dirty="0"/>
                <a:t>Profile</a:t>
              </a:r>
              <a:endParaRPr lang="en-IN" dirty="0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2C73F59-7F74-90D7-20D8-6EC37571FF37}"/>
                </a:ext>
              </a:extLst>
            </p:cNvPr>
            <p:cNvCxnSpPr/>
            <p:nvPr/>
          </p:nvCxnSpPr>
          <p:spPr>
            <a:xfrm>
              <a:off x="5999584" y="2556885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F764FB2-69A7-C2B8-FE88-CDD6C3330A23}"/>
                </a:ext>
              </a:extLst>
            </p:cNvPr>
            <p:cNvCxnSpPr/>
            <p:nvPr/>
          </p:nvCxnSpPr>
          <p:spPr>
            <a:xfrm>
              <a:off x="6002691" y="3110504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25484BC-7B13-341E-3BDB-187E23C61AFD}"/>
                </a:ext>
              </a:extLst>
            </p:cNvPr>
            <p:cNvCxnSpPr/>
            <p:nvPr/>
          </p:nvCxnSpPr>
          <p:spPr>
            <a:xfrm>
              <a:off x="5999584" y="3664119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66E2D93-D720-B5AE-458B-D5AF5033B6A1}"/>
              </a:ext>
            </a:extLst>
          </p:cNvPr>
          <p:cNvGrpSpPr/>
          <p:nvPr/>
        </p:nvGrpSpPr>
        <p:grpSpPr>
          <a:xfrm>
            <a:off x="1531003" y="277762"/>
            <a:ext cx="3203557" cy="6407518"/>
            <a:chOff x="8666331" y="315797"/>
            <a:chExt cx="3366722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EC91F2D-2C9D-E295-2751-B8A0CF929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60D507D-C4EE-EEB1-7D8D-19724CC78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DD9989-1F9D-2602-E267-E6AE0D7A5055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362834-9EC6-7E95-0301-CE31CB14895D}"/>
              </a:ext>
            </a:extLst>
          </p:cNvPr>
          <p:cNvGrpSpPr/>
          <p:nvPr/>
        </p:nvGrpSpPr>
        <p:grpSpPr>
          <a:xfrm>
            <a:off x="5573462" y="338722"/>
            <a:ext cx="3203557" cy="6407518"/>
            <a:chOff x="8666331" y="315797"/>
            <a:chExt cx="3366722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FB9AB25-F585-E7ED-E2AF-F3140D232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D3F987D-D091-7A28-5B5A-772781D4D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B2F3611-6721-3B48-A215-1F79438F6FE7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195705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2A46F-4F65-7A1B-D29A-CE4190E4C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C858AA6C-8D67-D4C7-E74F-49FE091E5272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Student My Journal -Mobile</a:t>
            </a:r>
            <a:endParaRPr lang="en-IN" sz="36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1E71404-E28B-75D7-B380-642D2BFB2F06}"/>
              </a:ext>
            </a:extLst>
          </p:cNvPr>
          <p:cNvGrpSpPr/>
          <p:nvPr/>
        </p:nvGrpSpPr>
        <p:grpSpPr>
          <a:xfrm>
            <a:off x="1651819" y="395748"/>
            <a:ext cx="2969343" cy="6184490"/>
            <a:chOff x="1651819" y="395748"/>
            <a:chExt cx="2969343" cy="618449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7DDDD0C-F778-5F65-7DC2-ABD4463C9343}"/>
                </a:ext>
              </a:extLst>
            </p:cNvPr>
            <p:cNvSpPr/>
            <p:nvPr/>
          </p:nvSpPr>
          <p:spPr>
            <a:xfrm>
              <a:off x="1651819" y="395748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ounded Rectangle 55">
              <a:extLst>
                <a:ext uri="{FF2B5EF4-FFF2-40B4-BE49-F238E27FC236}">
                  <a16:creationId xmlns:a16="http://schemas.microsoft.com/office/drawing/2014/main" id="{A226C3CE-D5F0-2C83-A4BE-CA2DE4E6C6E9}"/>
                </a:ext>
              </a:extLst>
            </p:cNvPr>
            <p:cNvSpPr/>
            <p:nvPr/>
          </p:nvSpPr>
          <p:spPr>
            <a:xfrm>
              <a:off x="3967601" y="749565"/>
              <a:ext cx="423420" cy="20300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700" dirty="0">
                  <a:solidFill>
                    <a:srgbClr val="01CED1"/>
                  </a:solidFill>
                </a:rPr>
                <a:t>● ● ●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97F2EAB-1794-E85D-8A5B-0679160933C7}"/>
                </a:ext>
              </a:extLst>
            </p:cNvPr>
            <p:cNvSpPr txBox="1"/>
            <p:nvPr/>
          </p:nvSpPr>
          <p:spPr>
            <a:xfrm>
              <a:off x="1845384" y="636827"/>
              <a:ext cx="1061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WELLBEING</a:t>
              </a:r>
            </a:p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BUDDY</a:t>
              </a:r>
              <a:endParaRPr lang="en-IN" sz="1400" dirty="0">
                <a:solidFill>
                  <a:srgbClr val="01CED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D14B6F7-AE08-4ED6-0A40-8E0014C788E3}"/>
                </a:ext>
              </a:extLst>
            </p:cNvPr>
            <p:cNvCxnSpPr>
              <a:cxnSpLocks/>
            </p:cNvCxnSpPr>
            <p:nvPr/>
          </p:nvCxnSpPr>
          <p:spPr>
            <a:xfrm>
              <a:off x="3553056" y="4119543"/>
              <a:ext cx="144000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E12EDCB-86ED-90F6-806F-80E673622DC1}"/>
              </a:ext>
            </a:extLst>
          </p:cNvPr>
          <p:cNvGrpSpPr/>
          <p:nvPr/>
        </p:nvGrpSpPr>
        <p:grpSpPr>
          <a:xfrm>
            <a:off x="5678955" y="395748"/>
            <a:ext cx="2969343" cy="6184490"/>
            <a:chOff x="5681495" y="395748"/>
            <a:chExt cx="2969343" cy="618449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FF0A5D8-AD7E-5A0E-3FDB-19BBBC9593B3}"/>
                </a:ext>
              </a:extLst>
            </p:cNvPr>
            <p:cNvGrpSpPr/>
            <p:nvPr/>
          </p:nvGrpSpPr>
          <p:grpSpPr>
            <a:xfrm>
              <a:off x="5681495" y="395748"/>
              <a:ext cx="2969343" cy="6184490"/>
              <a:chOff x="1651819" y="395748"/>
              <a:chExt cx="2969343" cy="618449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4F8E6EF4-1627-DC0F-6265-F95E1F27E88B}"/>
                  </a:ext>
                </a:extLst>
              </p:cNvPr>
              <p:cNvSpPr/>
              <p:nvPr/>
            </p:nvSpPr>
            <p:spPr>
              <a:xfrm>
                <a:off x="1651819" y="395748"/>
                <a:ext cx="2969343" cy="6184490"/>
              </a:xfrm>
              <a:prstGeom prst="roundRect">
                <a:avLst/>
              </a:prstGeom>
              <a:noFill/>
              <a:ln>
                <a:solidFill>
                  <a:srgbClr val="F7119A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AE8F4B58-6CAE-5161-E9B4-FA94120CB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3056" y="4119543"/>
                <a:ext cx="144000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ounded Rectangle 55">
                <a:extLst>
                  <a:ext uri="{FF2B5EF4-FFF2-40B4-BE49-F238E27FC236}">
                    <a16:creationId xmlns:a16="http://schemas.microsoft.com/office/drawing/2014/main" id="{A91C77C5-2545-2850-DE51-7ECD0D9EFEE6}"/>
                  </a:ext>
                </a:extLst>
              </p:cNvPr>
              <p:cNvSpPr/>
              <p:nvPr/>
            </p:nvSpPr>
            <p:spPr>
              <a:xfrm>
                <a:off x="3967601" y="749565"/>
                <a:ext cx="423420" cy="20300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2400" dirty="0">
                    <a:solidFill>
                      <a:srgbClr val="01CED1"/>
                    </a:solidFill>
                  </a:rPr>
                  <a:t>✕</a:t>
                </a:r>
              </a:p>
            </p:txBody>
          </p:sp>
        </p:grp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590DC87-C517-4CCD-606E-1838FBE39FEB}"/>
                </a:ext>
              </a:extLst>
            </p:cNvPr>
            <p:cNvSpPr/>
            <p:nvPr/>
          </p:nvSpPr>
          <p:spPr>
            <a:xfrm>
              <a:off x="5840963" y="636827"/>
              <a:ext cx="2677886" cy="570799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AF18CE9-DA73-4935-3071-9AB31025B2B6}"/>
                </a:ext>
              </a:extLst>
            </p:cNvPr>
            <p:cNvSpPr txBox="1"/>
            <p:nvPr/>
          </p:nvSpPr>
          <p:spPr>
            <a:xfrm>
              <a:off x="5915608" y="1891460"/>
              <a:ext cx="2505089" cy="1676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dirty="0"/>
                <a:t>Home </a:t>
              </a:r>
              <a:endParaRPr lang="en-US" dirty="0">
                <a:solidFill>
                  <a:srgbClr val="FF3986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dirty="0"/>
                <a:t>Meet Elo</a:t>
              </a:r>
            </a:p>
            <a:p>
              <a:pPr>
                <a:lnSpc>
                  <a:spcPct val="200000"/>
                </a:lnSpc>
              </a:pPr>
              <a:r>
                <a:rPr lang="en-US" dirty="0"/>
                <a:t>Profile</a:t>
              </a:r>
              <a:endParaRPr lang="en-IN" dirty="0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F7EABD0-00DD-E217-DDB6-AA1B5CC37B30}"/>
                </a:ext>
              </a:extLst>
            </p:cNvPr>
            <p:cNvCxnSpPr/>
            <p:nvPr/>
          </p:nvCxnSpPr>
          <p:spPr>
            <a:xfrm>
              <a:off x="5999584" y="2556885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46F8885-8EBB-C2AD-5E91-F0EF63C2D45E}"/>
                </a:ext>
              </a:extLst>
            </p:cNvPr>
            <p:cNvCxnSpPr/>
            <p:nvPr/>
          </p:nvCxnSpPr>
          <p:spPr>
            <a:xfrm>
              <a:off x="6002691" y="3110504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1DF4B76-A076-E22C-A2EB-0073503757E7}"/>
                </a:ext>
              </a:extLst>
            </p:cNvPr>
            <p:cNvCxnSpPr/>
            <p:nvPr/>
          </p:nvCxnSpPr>
          <p:spPr>
            <a:xfrm>
              <a:off x="5999584" y="3664119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030ABE-8F80-700B-CF4A-36A421AC79CB}"/>
              </a:ext>
            </a:extLst>
          </p:cNvPr>
          <p:cNvSpPr/>
          <p:nvPr/>
        </p:nvSpPr>
        <p:spPr>
          <a:xfrm>
            <a:off x="1846220" y="4753519"/>
            <a:ext cx="2544799" cy="152525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79EFF-6867-DD83-3B22-1077F6AD30BD}"/>
              </a:ext>
            </a:extLst>
          </p:cNvPr>
          <p:cNvSpPr txBox="1"/>
          <p:nvPr/>
        </p:nvSpPr>
        <p:spPr>
          <a:xfrm>
            <a:off x="2484097" y="4709632"/>
            <a:ext cx="1227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3986"/>
                </a:solidFill>
              </a:rPr>
              <a:t>Rosa’s Journal</a:t>
            </a:r>
            <a:endParaRPr lang="en-IN" sz="1400" dirty="0">
              <a:solidFill>
                <a:srgbClr val="FF3986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162FCC-0E35-3A14-3828-99585F8A856F}"/>
              </a:ext>
            </a:extLst>
          </p:cNvPr>
          <p:cNvGrpSpPr/>
          <p:nvPr/>
        </p:nvGrpSpPr>
        <p:grpSpPr>
          <a:xfrm>
            <a:off x="1943463" y="5088442"/>
            <a:ext cx="2382874" cy="853429"/>
            <a:chOff x="7256207" y="2308000"/>
            <a:chExt cx="4027913" cy="113070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E88E46F-5FF7-001D-7887-C0660C36690A}"/>
                </a:ext>
              </a:extLst>
            </p:cNvPr>
            <p:cNvGrpSpPr/>
            <p:nvPr/>
          </p:nvGrpSpPr>
          <p:grpSpPr>
            <a:xfrm>
              <a:off x="7256207" y="2308000"/>
              <a:ext cx="4027913" cy="1130709"/>
              <a:chOff x="2034658" y="5053781"/>
              <a:chExt cx="9106349" cy="1130709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1648FB7-3431-108D-C6BB-AABA2279A919}"/>
                  </a:ext>
                </a:extLst>
              </p:cNvPr>
              <p:cNvSpPr txBox="1"/>
              <p:nvPr/>
            </p:nvSpPr>
            <p:spPr>
              <a:xfrm>
                <a:off x="2123147" y="5418025"/>
                <a:ext cx="8619013" cy="407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AI generated title</a:t>
                </a:r>
                <a:endParaRPr lang="en-IN" sz="1400" dirty="0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961147C0-F27A-362C-8973-9C37EEC95D29}"/>
                  </a:ext>
                </a:extLst>
              </p:cNvPr>
              <p:cNvSpPr/>
              <p:nvPr/>
            </p:nvSpPr>
            <p:spPr>
              <a:xfrm>
                <a:off x="2034658" y="5053781"/>
                <a:ext cx="9106349" cy="1130709"/>
              </a:xfrm>
              <a:prstGeom prst="roundRect">
                <a:avLst>
                  <a:gd name="adj" fmla="val 24783"/>
                </a:avLst>
              </a:prstGeom>
              <a:noFill/>
              <a:ln>
                <a:solidFill>
                  <a:srgbClr val="01CED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ECD51F-3BF2-2D23-DF4F-50E4DAEA5917}"/>
                </a:ext>
              </a:extLst>
            </p:cNvPr>
            <p:cNvSpPr txBox="1"/>
            <p:nvPr/>
          </p:nvSpPr>
          <p:spPr>
            <a:xfrm>
              <a:off x="7295347" y="3026206"/>
              <a:ext cx="2214100" cy="36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Best day at scho…</a:t>
              </a:r>
              <a:endParaRPr lang="en-I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9700EF1-9404-9CC1-190F-75B15E654CBE}"/>
                </a:ext>
              </a:extLst>
            </p:cNvPr>
            <p:cNvSpPr txBox="1"/>
            <p:nvPr/>
          </p:nvSpPr>
          <p:spPr>
            <a:xfrm>
              <a:off x="9788434" y="2401196"/>
              <a:ext cx="1390843" cy="346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Date, Time</a:t>
              </a:r>
              <a:endParaRPr lang="en-IN" sz="110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22CA18B-E726-7ADD-596F-A8B8A076FD99}"/>
              </a:ext>
            </a:extLst>
          </p:cNvPr>
          <p:cNvGrpSpPr/>
          <p:nvPr/>
        </p:nvGrpSpPr>
        <p:grpSpPr>
          <a:xfrm>
            <a:off x="1845383" y="1306388"/>
            <a:ext cx="2609430" cy="3300946"/>
            <a:chOff x="2068283" y="1067104"/>
            <a:chExt cx="4454767" cy="411980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D3C778-BE17-A8BD-A870-6B09ACE8ADD2}"/>
                </a:ext>
              </a:extLst>
            </p:cNvPr>
            <p:cNvSpPr/>
            <p:nvPr/>
          </p:nvSpPr>
          <p:spPr>
            <a:xfrm>
              <a:off x="2068283" y="1067104"/>
              <a:ext cx="4345859" cy="2398943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57751C21-6BF5-0E3A-1A3F-473BDF909645}"/>
                </a:ext>
              </a:extLst>
            </p:cNvPr>
            <p:cNvSpPr/>
            <p:nvPr/>
          </p:nvSpPr>
          <p:spPr>
            <a:xfrm>
              <a:off x="2243467" y="1776189"/>
              <a:ext cx="3954365" cy="398485"/>
            </a:xfrm>
            <a:prstGeom prst="roundRect">
              <a:avLst/>
            </a:prstGeom>
            <a:noFill/>
            <a:ln>
              <a:solidFill>
                <a:srgbClr val="01C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</a:rPr>
                <a:t>Start typing…</a:t>
              </a:r>
              <a:endParaRPr lang="en-IN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64EF2C4-8E4F-305D-5153-F1F9C7D0BA96}"/>
                </a:ext>
              </a:extLst>
            </p:cNvPr>
            <p:cNvSpPr txBox="1"/>
            <p:nvPr/>
          </p:nvSpPr>
          <p:spPr>
            <a:xfrm>
              <a:off x="2895915" y="1164529"/>
              <a:ext cx="2753038" cy="384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3986"/>
                  </a:solidFill>
                </a:rPr>
                <a:t>Think out loud💭</a:t>
              </a:r>
              <a:endParaRPr lang="en-IN" sz="1400" dirty="0">
                <a:solidFill>
                  <a:srgbClr val="FF3986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775F14A-3232-65CE-9822-A2A4D09A143F}"/>
                </a:ext>
              </a:extLst>
            </p:cNvPr>
            <p:cNvSpPr txBox="1"/>
            <p:nvPr/>
          </p:nvSpPr>
          <p:spPr>
            <a:xfrm>
              <a:off x="2243465" y="2373715"/>
              <a:ext cx="2549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How do you feel about that?</a:t>
              </a:r>
              <a:endParaRPr lang="en-IN" sz="12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7B3D500-DB81-0B6F-C032-CC68D82AC4A0}"/>
                </a:ext>
              </a:extLst>
            </p:cNvPr>
            <p:cNvSpPr txBox="1"/>
            <p:nvPr/>
          </p:nvSpPr>
          <p:spPr>
            <a:xfrm>
              <a:off x="4206328" y="2450295"/>
              <a:ext cx="231672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😊</a:t>
              </a:r>
              <a:r>
                <a:rPr lang="en-IN" b="0" i="0" dirty="0">
                  <a:solidFill>
                    <a:srgbClr val="474747"/>
                  </a:solidFill>
                  <a:effectLst/>
                  <a:latin typeface="Google Sans"/>
                </a:rPr>
                <a:t>😒</a:t>
              </a:r>
              <a:r>
                <a:rPr lang="en-IN" dirty="0"/>
                <a:t>🤔…</a:t>
              </a:r>
            </a:p>
            <a:p>
              <a:endParaRPr lang="en-IN" dirty="0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3696208-F2A2-BB10-CFF9-2D7AA0A4D46C}"/>
                </a:ext>
              </a:extLst>
            </p:cNvPr>
            <p:cNvSpPr/>
            <p:nvPr/>
          </p:nvSpPr>
          <p:spPr>
            <a:xfrm>
              <a:off x="3412185" y="2945779"/>
              <a:ext cx="1596580" cy="419339"/>
            </a:xfrm>
            <a:prstGeom prst="roundRect">
              <a:avLst>
                <a:gd name="adj" fmla="val 50000"/>
              </a:avLst>
            </a:prstGeom>
            <a:solidFill>
              <a:srgbClr val="FF39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Save</a:t>
              </a:r>
              <a:endParaRPr lang="en-IN" sz="160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6E79EB2-F932-9F17-39D5-1FBCB6BA690A}"/>
                </a:ext>
              </a:extLst>
            </p:cNvPr>
            <p:cNvSpPr/>
            <p:nvPr/>
          </p:nvSpPr>
          <p:spPr>
            <a:xfrm>
              <a:off x="2068283" y="3670518"/>
              <a:ext cx="4345859" cy="1516389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5C0E240-ED35-C2F8-7D86-D7C75560E12A}"/>
                </a:ext>
              </a:extLst>
            </p:cNvPr>
            <p:cNvSpPr txBox="1"/>
            <p:nvPr/>
          </p:nvSpPr>
          <p:spPr>
            <a:xfrm>
              <a:off x="3247673" y="3707836"/>
              <a:ext cx="2049521" cy="384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rgbClr val="FF3986"/>
                  </a:solidFill>
                </a:rPr>
                <a:t>🤖 </a:t>
              </a:r>
              <a:r>
                <a:rPr lang="en-US" sz="1400" dirty="0">
                  <a:solidFill>
                    <a:srgbClr val="FF3986"/>
                  </a:solidFill>
                </a:rPr>
                <a:t>Elo Says…</a:t>
              </a:r>
              <a:endParaRPr lang="en-IN" sz="1400" dirty="0">
                <a:solidFill>
                  <a:srgbClr val="FF3986"/>
                </a:solidFill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A5B6E71-6C7E-7374-BE3A-FABFE9E86E3B}"/>
                </a:ext>
              </a:extLst>
            </p:cNvPr>
            <p:cNvGrpSpPr/>
            <p:nvPr/>
          </p:nvGrpSpPr>
          <p:grpSpPr>
            <a:xfrm>
              <a:off x="2158015" y="4118689"/>
              <a:ext cx="2549443" cy="918132"/>
              <a:chOff x="2163722" y="4404495"/>
              <a:chExt cx="8869319" cy="1220856"/>
            </a:xfrm>
          </p:grpSpPr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17F2842C-2478-ACB8-A481-36153F1A8D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0915" y="5625351"/>
                <a:ext cx="180000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821C69F-3B89-43E5-2E36-7282E1674E39}"/>
                  </a:ext>
                </a:extLst>
              </p:cNvPr>
              <p:cNvSpPr txBox="1"/>
              <p:nvPr/>
            </p:nvSpPr>
            <p:spPr>
              <a:xfrm>
                <a:off x="3759097" y="4404495"/>
                <a:ext cx="6780122" cy="941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AI generated response tailored to the above journal entry</a:t>
                </a:r>
                <a:endParaRPr lang="en-IN" sz="1000" dirty="0"/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12C5F108-9E01-2683-5E61-D8B40A09A8B4}"/>
                  </a:ext>
                </a:extLst>
              </p:cNvPr>
              <p:cNvSpPr/>
              <p:nvPr/>
            </p:nvSpPr>
            <p:spPr>
              <a:xfrm>
                <a:off x="2163722" y="4421901"/>
                <a:ext cx="8869319" cy="1130710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01CED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E142B09-856B-4484-FE52-46C3AF08B84C}"/>
                </a:ext>
              </a:extLst>
            </p:cNvPr>
            <p:cNvSpPr txBox="1"/>
            <p:nvPr/>
          </p:nvSpPr>
          <p:spPr>
            <a:xfrm>
              <a:off x="4720724" y="4050888"/>
              <a:ext cx="1582995" cy="1037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Animated SVG for the block’s background</a:t>
              </a:r>
              <a:endParaRPr lang="en-IN" sz="1200" dirty="0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D02F737C-C459-D6ED-367E-5A764E9CAAA7}"/>
              </a:ext>
            </a:extLst>
          </p:cNvPr>
          <p:cNvSpPr txBox="1"/>
          <p:nvPr/>
        </p:nvSpPr>
        <p:spPr>
          <a:xfrm>
            <a:off x="3764521" y="5330491"/>
            <a:ext cx="438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😊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4AFE46-42EB-3F63-AD18-192DE09C5C33}"/>
              </a:ext>
            </a:extLst>
          </p:cNvPr>
          <p:cNvGrpSpPr/>
          <p:nvPr/>
        </p:nvGrpSpPr>
        <p:grpSpPr>
          <a:xfrm>
            <a:off x="1531003" y="277762"/>
            <a:ext cx="3203557" cy="6407518"/>
            <a:chOff x="8666331" y="315797"/>
            <a:chExt cx="3366722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F192A0-850D-7DEB-A121-1E38C9BE2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92ED92-830B-E157-AAE9-36ABFAD50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ABEFB4-18F5-8DB8-631D-4FFC0DF4F37C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5F8321-CFBD-5989-9345-DAA04A9937BA}"/>
              </a:ext>
            </a:extLst>
          </p:cNvPr>
          <p:cNvGrpSpPr/>
          <p:nvPr/>
        </p:nvGrpSpPr>
        <p:grpSpPr>
          <a:xfrm>
            <a:off x="5542573" y="372374"/>
            <a:ext cx="3203557" cy="6407518"/>
            <a:chOff x="8666331" y="315797"/>
            <a:chExt cx="336672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8E286F4-E7A7-F60D-5E85-8A4EA1337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9BB5720-DCDE-A9D9-F15A-79ACB2428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61C3B2-6532-BADC-F061-2DB60AE04DEA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61849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10FE-65F6-F8E3-7F40-C6521750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E1286DCF-4472-0156-0E3F-21BBEFFAB0A0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Student Meet Elo - Mobile</a:t>
            </a:r>
            <a:endParaRPr lang="en-IN" sz="36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45A769E-B542-BD62-E9F4-CB5A7268658B}"/>
              </a:ext>
            </a:extLst>
          </p:cNvPr>
          <p:cNvGrpSpPr/>
          <p:nvPr/>
        </p:nvGrpSpPr>
        <p:grpSpPr>
          <a:xfrm>
            <a:off x="1651819" y="395748"/>
            <a:ext cx="2969343" cy="6184490"/>
            <a:chOff x="1651819" y="395748"/>
            <a:chExt cx="2969343" cy="618449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1A24421-776D-C464-D119-4C3B86C6F162}"/>
                </a:ext>
              </a:extLst>
            </p:cNvPr>
            <p:cNvSpPr/>
            <p:nvPr/>
          </p:nvSpPr>
          <p:spPr>
            <a:xfrm>
              <a:off x="1651819" y="395748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ounded Rectangle 55">
              <a:extLst>
                <a:ext uri="{FF2B5EF4-FFF2-40B4-BE49-F238E27FC236}">
                  <a16:creationId xmlns:a16="http://schemas.microsoft.com/office/drawing/2014/main" id="{7AFD7F40-F812-FE50-F70F-50E83409B13A}"/>
                </a:ext>
              </a:extLst>
            </p:cNvPr>
            <p:cNvSpPr/>
            <p:nvPr/>
          </p:nvSpPr>
          <p:spPr>
            <a:xfrm>
              <a:off x="3967601" y="749565"/>
              <a:ext cx="423420" cy="20300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700" dirty="0">
                  <a:solidFill>
                    <a:srgbClr val="01CED1"/>
                  </a:solidFill>
                </a:rPr>
                <a:t>● ● ●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AD96159-8D44-627B-AF56-E5F882EF6A4E}"/>
                </a:ext>
              </a:extLst>
            </p:cNvPr>
            <p:cNvSpPr txBox="1"/>
            <p:nvPr/>
          </p:nvSpPr>
          <p:spPr>
            <a:xfrm>
              <a:off x="1845384" y="636827"/>
              <a:ext cx="1061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WELLBEING</a:t>
              </a:r>
            </a:p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BUDDY</a:t>
              </a:r>
              <a:endParaRPr lang="en-IN" sz="1400" dirty="0">
                <a:solidFill>
                  <a:srgbClr val="01CED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E0D2AE0-246C-ECCF-D060-9E51ECADDA2A}"/>
                </a:ext>
              </a:extLst>
            </p:cNvPr>
            <p:cNvCxnSpPr>
              <a:cxnSpLocks/>
            </p:cNvCxnSpPr>
            <p:nvPr/>
          </p:nvCxnSpPr>
          <p:spPr>
            <a:xfrm>
              <a:off x="3553056" y="4119543"/>
              <a:ext cx="144000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FBCDAFE-6F16-99E3-552A-4CEAEF9559AA}"/>
              </a:ext>
            </a:extLst>
          </p:cNvPr>
          <p:cNvGrpSpPr/>
          <p:nvPr/>
        </p:nvGrpSpPr>
        <p:grpSpPr>
          <a:xfrm>
            <a:off x="5681495" y="395748"/>
            <a:ext cx="2969343" cy="6184490"/>
            <a:chOff x="5681495" y="395748"/>
            <a:chExt cx="2969343" cy="618449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DFD9411-3CFA-C78B-A266-67AC424496EF}"/>
                </a:ext>
              </a:extLst>
            </p:cNvPr>
            <p:cNvGrpSpPr/>
            <p:nvPr/>
          </p:nvGrpSpPr>
          <p:grpSpPr>
            <a:xfrm>
              <a:off x="5681495" y="395748"/>
              <a:ext cx="2969343" cy="6184490"/>
              <a:chOff x="1651819" y="395748"/>
              <a:chExt cx="2969343" cy="618449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5D366A22-ABC2-998D-3C3E-957ECC6668F3}"/>
                  </a:ext>
                </a:extLst>
              </p:cNvPr>
              <p:cNvSpPr/>
              <p:nvPr/>
            </p:nvSpPr>
            <p:spPr>
              <a:xfrm>
                <a:off x="1651819" y="395748"/>
                <a:ext cx="2969343" cy="6184490"/>
              </a:xfrm>
              <a:prstGeom prst="roundRect">
                <a:avLst/>
              </a:prstGeom>
              <a:noFill/>
              <a:ln>
                <a:solidFill>
                  <a:srgbClr val="F7119A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F3818815-8B78-AC14-6915-1D769CD8AC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3056" y="4119543"/>
                <a:ext cx="144000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ounded Rectangle 55">
                <a:extLst>
                  <a:ext uri="{FF2B5EF4-FFF2-40B4-BE49-F238E27FC236}">
                    <a16:creationId xmlns:a16="http://schemas.microsoft.com/office/drawing/2014/main" id="{412191DE-E5EE-267F-9905-AC4BA116773C}"/>
                  </a:ext>
                </a:extLst>
              </p:cNvPr>
              <p:cNvSpPr/>
              <p:nvPr/>
            </p:nvSpPr>
            <p:spPr>
              <a:xfrm>
                <a:off x="3967601" y="749565"/>
                <a:ext cx="423420" cy="20300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2400" dirty="0">
                    <a:solidFill>
                      <a:srgbClr val="01CED1"/>
                    </a:solidFill>
                  </a:rPr>
                  <a:t>✕</a:t>
                </a:r>
              </a:p>
            </p:txBody>
          </p:sp>
        </p:grp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A9EA2A0-D056-5ACB-FC59-EF713BF78AFA}"/>
                </a:ext>
              </a:extLst>
            </p:cNvPr>
            <p:cNvSpPr/>
            <p:nvPr/>
          </p:nvSpPr>
          <p:spPr>
            <a:xfrm>
              <a:off x="5840963" y="636827"/>
              <a:ext cx="2677886" cy="570799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3333956-FF3D-C203-B113-06A91AB07F73}"/>
                </a:ext>
              </a:extLst>
            </p:cNvPr>
            <p:cNvSpPr txBox="1"/>
            <p:nvPr/>
          </p:nvSpPr>
          <p:spPr>
            <a:xfrm>
              <a:off x="5915608" y="1891460"/>
              <a:ext cx="2505089" cy="223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dirty="0"/>
                <a:t>Home </a:t>
              </a:r>
            </a:p>
            <a:p>
              <a:pPr>
                <a:lnSpc>
                  <a:spcPct val="200000"/>
                </a:lnSpc>
              </a:pPr>
              <a:r>
                <a:rPr lang="en-US" dirty="0"/>
                <a:t>My Journal</a:t>
              </a:r>
            </a:p>
            <a:p>
              <a:pPr>
                <a:lnSpc>
                  <a:spcPct val="200000"/>
                </a:lnSpc>
              </a:pPr>
              <a:r>
                <a:rPr lang="en-US" dirty="0">
                  <a:solidFill>
                    <a:srgbClr val="FF3986"/>
                  </a:solidFill>
                </a:rPr>
                <a:t>Meet Elo</a:t>
              </a:r>
            </a:p>
            <a:p>
              <a:pPr>
                <a:lnSpc>
                  <a:spcPct val="200000"/>
                </a:lnSpc>
              </a:pPr>
              <a:r>
                <a:rPr lang="en-US" dirty="0"/>
                <a:t>Profile</a:t>
              </a:r>
              <a:endParaRPr lang="en-IN" dirty="0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DDF5E5A-966F-DF58-3581-74040BFA6331}"/>
                </a:ext>
              </a:extLst>
            </p:cNvPr>
            <p:cNvCxnSpPr/>
            <p:nvPr/>
          </p:nvCxnSpPr>
          <p:spPr>
            <a:xfrm>
              <a:off x="5999584" y="2556885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D18ACF6-67F6-F9F3-9B57-9CA038B6C5A6}"/>
                </a:ext>
              </a:extLst>
            </p:cNvPr>
            <p:cNvCxnSpPr/>
            <p:nvPr/>
          </p:nvCxnSpPr>
          <p:spPr>
            <a:xfrm>
              <a:off x="6002691" y="3110504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5DCA42E-0CC2-F420-38CD-15E535CFCF53}"/>
                </a:ext>
              </a:extLst>
            </p:cNvPr>
            <p:cNvCxnSpPr/>
            <p:nvPr/>
          </p:nvCxnSpPr>
          <p:spPr>
            <a:xfrm>
              <a:off x="5999584" y="3664119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1AE401F-4E42-B0C7-B121-329BB1722CF6}"/>
              </a:ext>
            </a:extLst>
          </p:cNvPr>
          <p:cNvGrpSpPr/>
          <p:nvPr/>
        </p:nvGrpSpPr>
        <p:grpSpPr>
          <a:xfrm>
            <a:off x="4025314" y="5626189"/>
            <a:ext cx="360000" cy="360000"/>
            <a:chOff x="8241528" y="4639128"/>
            <a:chExt cx="360000" cy="36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9597A42-3113-E69D-943D-109FC125E395}"/>
                </a:ext>
              </a:extLst>
            </p:cNvPr>
            <p:cNvSpPr/>
            <p:nvPr/>
          </p:nvSpPr>
          <p:spPr>
            <a:xfrm>
              <a:off x="8241528" y="4639128"/>
              <a:ext cx="360000" cy="360000"/>
            </a:xfrm>
            <a:prstGeom prst="ellipse">
              <a:avLst/>
            </a:prstGeom>
            <a:solidFill>
              <a:srgbClr val="FF39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205A787-CF99-4109-8DA1-953774B2FDD8}"/>
                </a:ext>
              </a:extLst>
            </p:cNvPr>
            <p:cNvCxnSpPr>
              <a:cxnSpLocks/>
            </p:cNvCxnSpPr>
            <p:nvPr/>
          </p:nvCxnSpPr>
          <p:spPr>
            <a:xfrm>
              <a:off x="8336643" y="4819128"/>
              <a:ext cx="180000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3DD845-D325-04B6-9E59-6DCF105397A0}"/>
              </a:ext>
            </a:extLst>
          </p:cNvPr>
          <p:cNvSpPr/>
          <p:nvPr/>
        </p:nvSpPr>
        <p:spPr>
          <a:xfrm>
            <a:off x="1845384" y="5598196"/>
            <a:ext cx="2047942" cy="403123"/>
          </a:xfrm>
          <a:prstGeom prst="roundRect">
            <a:avLst/>
          </a:prstGeom>
          <a:noFill/>
          <a:ln>
            <a:solidFill>
              <a:srgbClr val="FF39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Start chatting…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DCBF9024-3887-F3F4-00B3-03093416EA33}"/>
              </a:ext>
            </a:extLst>
          </p:cNvPr>
          <p:cNvSpPr/>
          <p:nvPr/>
        </p:nvSpPr>
        <p:spPr>
          <a:xfrm>
            <a:off x="1845384" y="2603706"/>
            <a:ext cx="1376516" cy="403123"/>
          </a:xfrm>
          <a:prstGeom prst="wedgeRoundRectCallout">
            <a:avLst>
              <a:gd name="adj1" fmla="val -47262"/>
              <a:gd name="adj2" fmla="val 77028"/>
              <a:gd name="adj3" fmla="val 16667"/>
            </a:avLst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2C1911C6-CD3A-F2A7-41BD-5EF4E652BA23}"/>
              </a:ext>
            </a:extLst>
          </p:cNvPr>
          <p:cNvSpPr/>
          <p:nvPr/>
        </p:nvSpPr>
        <p:spPr>
          <a:xfrm>
            <a:off x="3014505" y="3322548"/>
            <a:ext cx="1376516" cy="403123"/>
          </a:xfrm>
          <a:prstGeom prst="wedgeRoundRectCallout">
            <a:avLst>
              <a:gd name="adj1" fmla="val 42024"/>
              <a:gd name="adj2" fmla="val 74589"/>
              <a:gd name="adj3" fmla="val 16667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B36093FA-6688-ECD2-9DED-5615200FF3A8}"/>
              </a:ext>
            </a:extLst>
          </p:cNvPr>
          <p:cNvSpPr/>
          <p:nvPr/>
        </p:nvSpPr>
        <p:spPr>
          <a:xfrm>
            <a:off x="1845384" y="4041390"/>
            <a:ext cx="1376516" cy="403123"/>
          </a:xfrm>
          <a:prstGeom prst="wedgeRoundRectCallout">
            <a:avLst>
              <a:gd name="adj1" fmla="val -47262"/>
              <a:gd name="adj2" fmla="val 77028"/>
              <a:gd name="adj3" fmla="val 16667"/>
            </a:avLst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B5580BBC-0CE4-30DA-286C-67B1B20CDEA3}"/>
              </a:ext>
            </a:extLst>
          </p:cNvPr>
          <p:cNvSpPr/>
          <p:nvPr/>
        </p:nvSpPr>
        <p:spPr>
          <a:xfrm>
            <a:off x="3008798" y="4754456"/>
            <a:ext cx="1376516" cy="403123"/>
          </a:xfrm>
          <a:prstGeom prst="wedgeRoundRectCallout">
            <a:avLst>
              <a:gd name="adj1" fmla="val 43452"/>
              <a:gd name="adj2" fmla="val 67272"/>
              <a:gd name="adj3" fmla="val 16667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2F7E33-871E-76A6-D218-B314E865D9FF}"/>
              </a:ext>
            </a:extLst>
          </p:cNvPr>
          <p:cNvSpPr txBox="1"/>
          <p:nvPr/>
        </p:nvSpPr>
        <p:spPr>
          <a:xfrm>
            <a:off x="1845384" y="1565148"/>
            <a:ext cx="2545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CED1"/>
                </a:solidFill>
              </a:rPr>
              <a:t>Hey Rosa, I’m your AI mate Elo. Ask me Anything!</a:t>
            </a:r>
            <a:endParaRPr lang="en-IN" sz="1600" dirty="0">
              <a:solidFill>
                <a:srgbClr val="01CED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57E61C-EEBA-FA75-8602-AC7F75EAB457}"/>
              </a:ext>
            </a:extLst>
          </p:cNvPr>
          <p:cNvGrpSpPr/>
          <p:nvPr/>
        </p:nvGrpSpPr>
        <p:grpSpPr>
          <a:xfrm>
            <a:off x="1531003" y="277762"/>
            <a:ext cx="3203557" cy="6407518"/>
            <a:chOff x="8666331" y="315797"/>
            <a:chExt cx="3366722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4B6DF52-2043-98EC-1047-FAEC03A93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53C79E4-1979-5FC6-9BC8-4D1BE0937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579052-90A8-1633-4974-E971055DBE01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0CD2F44-431E-49C5-4AE2-C4F7A7392C9E}"/>
              </a:ext>
            </a:extLst>
          </p:cNvPr>
          <p:cNvGrpSpPr/>
          <p:nvPr/>
        </p:nvGrpSpPr>
        <p:grpSpPr>
          <a:xfrm>
            <a:off x="5573462" y="320350"/>
            <a:ext cx="3203557" cy="6407518"/>
            <a:chOff x="8666331" y="315797"/>
            <a:chExt cx="3366722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3C313DE-C64F-0898-4FE1-F8EDDE587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9CC8869-83C5-3E5D-1CAB-0E9AD37ED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D59683-83B9-3572-F7E7-C49A43B84F3F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416392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13537-A862-0BC3-B77E-FCCC8B12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C8109E65-14CE-1834-7D4F-D71276000AFF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Student Meet Elo - Mobile</a:t>
            </a:r>
            <a:endParaRPr lang="en-IN" sz="36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BBE12E2-1618-104E-345D-39E6C660A10D}"/>
              </a:ext>
            </a:extLst>
          </p:cNvPr>
          <p:cNvGrpSpPr/>
          <p:nvPr/>
        </p:nvGrpSpPr>
        <p:grpSpPr>
          <a:xfrm>
            <a:off x="1651819" y="395748"/>
            <a:ext cx="2969343" cy="6184490"/>
            <a:chOff x="1651819" y="395748"/>
            <a:chExt cx="2969343" cy="618449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D07F8AE-3C14-7F72-31FB-BF2106175CFA}"/>
                </a:ext>
              </a:extLst>
            </p:cNvPr>
            <p:cNvSpPr/>
            <p:nvPr/>
          </p:nvSpPr>
          <p:spPr>
            <a:xfrm>
              <a:off x="1651819" y="395748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ounded Rectangle 55">
              <a:extLst>
                <a:ext uri="{FF2B5EF4-FFF2-40B4-BE49-F238E27FC236}">
                  <a16:creationId xmlns:a16="http://schemas.microsoft.com/office/drawing/2014/main" id="{CBA0EED4-77A4-AD7E-65D5-B836DBFAB707}"/>
                </a:ext>
              </a:extLst>
            </p:cNvPr>
            <p:cNvSpPr/>
            <p:nvPr/>
          </p:nvSpPr>
          <p:spPr>
            <a:xfrm>
              <a:off x="3967601" y="749565"/>
              <a:ext cx="423420" cy="20300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700" dirty="0">
                  <a:solidFill>
                    <a:srgbClr val="01CED1"/>
                  </a:solidFill>
                </a:rPr>
                <a:t>● ● ●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33FCD8-5789-56E8-F3E4-DDB4944953D6}"/>
                </a:ext>
              </a:extLst>
            </p:cNvPr>
            <p:cNvSpPr txBox="1"/>
            <p:nvPr/>
          </p:nvSpPr>
          <p:spPr>
            <a:xfrm>
              <a:off x="1845384" y="636827"/>
              <a:ext cx="1061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WELLBEING</a:t>
              </a:r>
            </a:p>
            <a:p>
              <a:pPr algn="ctr"/>
              <a:r>
                <a:rPr lang="en-US" sz="1400" dirty="0">
                  <a:solidFill>
                    <a:srgbClr val="01CED1"/>
                  </a:solidFill>
                </a:rPr>
                <a:t>BUDDY</a:t>
              </a:r>
              <a:endParaRPr lang="en-IN" sz="1400" dirty="0">
                <a:solidFill>
                  <a:srgbClr val="01CED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A7C8946-7EB0-CE72-B815-38640A429AE2}"/>
                </a:ext>
              </a:extLst>
            </p:cNvPr>
            <p:cNvCxnSpPr>
              <a:cxnSpLocks/>
            </p:cNvCxnSpPr>
            <p:nvPr/>
          </p:nvCxnSpPr>
          <p:spPr>
            <a:xfrm>
              <a:off x="3553056" y="4119543"/>
              <a:ext cx="144000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B3C6390-1A3E-9DD6-F134-D106A32D6C90}"/>
              </a:ext>
            </a:extLst>
          </p:cNvPr>
          <p:cNvGrpSpPr/>
          <p:nvPr/>
        </p:nvGrpSpPr>
        <p:grpSpPr>
          <a:xfrm>
            <a:off x="5681495" y="395748"/>
            <a:ext cx="2969343" cy="6184490"/>
            <a:chOff x="5681495" y="395748"/>
            <a:chExt cx="2969343" cy="618449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F224361-3556-D342-3A02-77D978834CA3}"/>
                </a:ext>
              </a:extLst>
            </p:cNvPr>
            <p:cNvGrpSpPr/>
            <p:nvPr/>
          </p:nvGrpSpPr>
          <p:grpSpPr>
            <a:xfrm>
              <a:off x="5681495" y="395748"/>
              <a:ext cx="2969343" cy="6184490"/>
              <a:chOff x="1651819" y="395748"/>
              <a:chExt cx="2969343" cy="618449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F23DD2DA-2226-A1C8-E652-97FFD0ED6534}"/>
                  </a:ext>
                </a:extLst>
              </p:cNvPr>
              <p:cNvSpPr/>
              <p:nvPr/>
            </p:nvSpPr>
            <p:spPr>
              <a:xfrm>
                <a:off x="1651819" y="395748"/>
                <a:ext cx="2969343" cy="6184490"/>
              </a:xfrm>
              <a:prstGeom prst="roundRect">
                <a:avLst/>
              </a:prstGeom>
              <a:noFill/>
              <a:ln>
                <a:solidFill>
                  <a:srgbClr val="F7119A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46BDC8E7-2754-8D45-3DE0-76E8AB621C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3056" y="4119543"/>
                <a:ext cx="144000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ounded Rectangle 55">
                <a:extLst>
                  <a:ext uri="{FF2B5EF4-FFF2-40B4-BE49-F238E27FC236}">
                    <a16:creationId xmlns:a16="http://schemas.microsoft.com/office/drawing/2014/main" id="{905FB721-A8F2-0295-C639-E49F40913890}"/>
                  </a:ext>
                </a:extLst>
              </p:cNvPr>
              <p:cNvSpPr/>
              <p:nvPr/>
            </p:nvSpPr>
            <p:spPr>
              <a:xfrm>
                <a:off x="3967601" y="749565"/>
                <a:ext cx="423420" cy="20300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2400" dirty="0">
                    <a:solidFill>
                      <a:srgbClr val="01CED1"/>
                    </a:solidFill>
                  </a:rPr>
                  <a:t>✕</a:t>
                </a:r>
              </a:p>
            </p:txBody>
          </p:sp>
        </p:grp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9E4B250-5F6B-0EC7-CECE-56866F52ED91}"/>
                </a:ext>
              </a:extLst>
            </p:cNvPr>
            <p:cNvSpPr/>
            <p:nvPr/>
          </p:nvSpPr>
          <p:spPr>
            <a:xfrm>
              <a:off x="5840963" y="636827"/>
              <a:ext cx="2677886" cy="570799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07EC816-87C2-4544-3EE4-F4D755ACB418}"/>
                </a:ext>
              </a:extLst>
            </p:cNvPr>
            <p:cNvSpPr txBox="1"/>
            <p:nvPr/>
          </p:nvSpPr>
          <p:spPr>
            <a:xfrm>
              <a:off x="5915608" y="1891460"/>
              <a:ext cx="2505089" cy="223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dirty="0"/>
                <a:t>Home </a:t>
              </a:r>
            </a:p>
            <a:p>
              <a:pPr>
                <a:lnSpc>
                  <a:spcPct val="200000"/>
                </a:lnSpc>
              </a:pPr>
              <a:r>
                <a:rPr lang="en-US" dirty="0"/>
                <a:t>My Journal</a:t>
              </a:r>
            </a:p>
            <a:p>
              <a:pPr>
                <a:lnSpc>
                  <a:spcPct val="200000"/>
                </a:lnSpc>
              </a:pPr>
              <a:r>
                <a:rPr lang="en-US" dirty="0"/>
                <a:t>Meet Elo</a:t>
              </a:r>
            </a:p>
            <a:p>
              <a:pPr>
                <a:lnSpc>
                  <a:spcPct val="200000"/>
                </a:lnSpc>
              </a:pPr>
              <a:r>
                <a:rPr lang="en-US" dirty="0">
                  <a:solidFill>
                    <a:srgbClr val="FF3986"/>
                  </a:solidFill>
                </a:rPr>
                <a:t>Profile</a:t>
              </a:r>
              <a:endParaRPr lang="en-IN" dirty="0">
                <a:solidFill>
                  <a:srgbClr val="FF3986"/>
                </a:solidFill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E9962AF-0EBF-E649-AB6E-7E06A148705D}"/>
                </a:ext>
              </a:extLst>
            </p:cNvPr>
            <p:cNvCxnSpPr/>
            <p:nvPr/>
          </p:nvCxnSpPr>
          <p:spPr>
            <a:xfrm>
              <a:off x="5999584" y="2556885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A84F654-B9DE-7D94-6DAB-A677604A1DF2}"/>
                </a:ext>
              </a:extLst>
            </p:cNvPr>
            <p:cNvCxnSpPr/>
            <p:nvPr/>
          </p:nvCxnSpPr>
          <p:spPr>
            <a:xfrm>
              <a:off x="6002691" y="3110504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5BC8616-2597-CC58-2DD3-39898297F136}"/>
                </a:ext>
              </a:extLst>
            </p:cNvPr>
            <p:cNvCxnSpPr/>
            <p:nvPr/>
          </p:nvCxnSpPr>
          <p:spPr>
            <a:xfrm>
              <a:off x="5999584" y="3664119"/>
              <a:ext cx="2351314" cy="0"/>
            </a:xfrm>
            <a:prstGeom prst="line">
              <a:avLst/>
            </a:prstGeom>
            <a:ln>
              <a:solidFill>
                <a:srgbClr val="01CE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58503EE-E8FA-494E-B316-230335068E30}"/>
              </a:ext>
            </a:extLst>
          </p:cNvPr>
          <p:cNvSpPr txBox="1"/>
          <p:nvPr/>
        </p:nvSpPr>
        <p:spPr>
          <a:xfrm>
            <a:off x="1845384" y="1910004"/>
            <a:ext cx="2545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1CED1"/>
                </a:solidFill>
              </a:rPr>
              <a:t>We are sad to see you go..</a:t>
            </a:r>
            <a:r>
              <a:rPr lang="en-IN" dirty="0"/>
              <a:t>😢 </a:t>
            </a:r>
            <a:endParaRPr lang="en-IN" dirty="0">
              <a:solidFill>
                <a:srgbClr val="01CED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7CAADAA-9FE2-9A92-55C8-156BB1926BAE}"/>
              </a:ext>
            </a:extLst>
          </p:cNvPr>
          <p:cNvGrpSpPr/>
          <p:nvPr/>
        </p:nvGrpSpPr>
        <p:grpSpPr>
          <a:xfrm>
            <a:off x="1784554" y="3564123"/>
            <a:ext cx="2703871" cy="541424"/>
            <a:chOff x="5798569" y="5356956"/>
            <a:chExt cx="1843549" cy="54142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C38EE79-F1F1-B2ED-71CC-7BA6F48B8A64}"/>
                </a:ext>
              </a:extLst>
            </p:cNvPr>
            <p:cNvSpPr/>
            <p:nvPr/>
          </p:nvSpPr>
          <p:spPr>
            <a:xfrm>
              <a:off x="5798569" y="5356956"/>
              <a:ext cx="1843549" cy="541424"/>
            </a:xfrm>
            <a:prstGeom prst="roundRect">
              <a:avLst>
                <a:gd name="adj" fmla="val 50000"/>
              </a:avLst>
            </a:prstGeom>
            <a:solidFill>
              <a:srgbClr val="FF39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Back to Home Page</a:t>
              </a:r>
              <a:endParaRPr lang="en-IN" sz="160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834F264-6CF1-CCD3-0DDF-B81FD40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7307115" y="5633884"/>
              <a:ext cx="133887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46DC40-2418-BAAA-DC9E-618C7392D924}"/>
              </a:ext>
            </a:extLst>
          </p:cNvPr>
          <p:cNvSpPr/>
          <p:nvPr/>
        </p:nvSpPr>
        <p:spPr>
          <a:xfrm>
            <a:off x="1784554" y="4342857"/>
            <a:ext cx="2703871" cy="5414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39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3986"/>
                </a:solidFill>
              </a:rPr>
              <a:t>Logout Anyway</a:t>
            </a:r>
            <a:endParaRPr lang="en-IN" sz="1600" dirty="0">
              <a:solidFill>
                <a:srgbClr val="FF3986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5EE462-6E56-41F0-A3D8-52347D9FB1E8}"/>
              </a:ext>
            </a:extLst>
          </p:cNvPr>
          <p:cNvGrpSpPr/>
          <p:nvPr/>
        </p:nvGrpSpPr>
        <p:grpSpPr>
          <a:xfrm>
            <a:off x="1531003" y="277762"/>
            <a:ext cx="3203557" cy="6407518"/>
            <a:chOff x="8666331" y="315797"/>
            <a:chExt cx="3366722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194BF29-8293-B7F6-64B4-D3C64B772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FD9290F-506D-61EE-7DC5-B01B203FC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F14DC-6D1E-AE69-FF3A-2A9498C9CF76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E69D5A-961D-966D-237C-F23A4A0831DC}"/>
              </a:ext>
            </a:extLst>
          </p:cNvPr>
          <p:cNvGrpSpPr/>
          <p:nvPr/>
        </p:nvGrpSpPr>
        <p:grpSpPr>
          <a:xfrm>
            <a:off x="5573462" y="277762"/>
            <a:ext cx="3203557" cy="6407518"/>
            <a:chOff x="8666331" y="315797"/>
            <a:chExt cx="336672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9DD48C1-44F3-F9AF-256A-8014F6810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E6C9040-5E51-5561-D489-45C232551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BA26B6-D1E6-CD6B-788A-DCA7433AF322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16185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3679</TotalTime>
  <Words>1210</Words>
  <Application>Microsoft Office PowerPoint</Application>
  <PresentationFormat>Widescreen</PresentationFormat>
  <Paragraphs>435</Paragraphs>
  <Slides>29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ADMIN TRACK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TEACHER TRACK</vt:lpstr>
      <vt:lpstr>PowerPoint Presentation</vt:lpstr>
      <vt:lpstr>PowerPoint Presentation</vt:lpstr>
      <vt:lpstr>PowerPoint Presentation</vt:lpstr>
      <vt:lpstr>PowerPoint Presentation</vt:lpstr>
      <vt:lpstr>PARENT TRACK</vt:lpstr>
      <vt:lpstr>PowerPoint Presentation</vt:lpstr>
      <vt:lpstr>PowerPoint Presentation</vt:lpstr>
      <vt:lpstr>PowerPoint Presentation</vt:lpstr>
      <vt:lpstr>PowerPoint Presentation</vt:lpstr>
      <vt:lpstr>STUDENT TRACK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sayanb0978@gmail.com</dc:creator>
  <cp:lastModifiedBy>DEVIKA H</cp:lastModifiedBy>
  <cp:revision>55</cp:revision>
  <dcterms:created xsi:type="dcterms:W3CDTF">2026-02-17T13:00:24Z</dcterms:created>
  <dcterms:modified xsi:type="dcterms:W3CDTF">2026-04-17T12:03:15Z</dcterms:modified>
</cp:coreProperties>
</file>