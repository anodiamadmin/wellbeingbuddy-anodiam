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F_2D6B215A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2C_3E07CA69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75" r:id="rId3"/>
    <p:sldId id="264" r:id="rId4"/>
    <p:sldId id="284" r:id="rId5"/>
    <p:sldId id="285" r:id="rId6"/>
    <p:sldId id="294" r:id="rId7"/>
    <p:sldId id="298" r:id="rId8"/>
    <p:sldId id="299" r:id="rId9"/>
    <p:sldId id="308" r:id="rId10"/>
    <p:sldId id="297" r:id="rId11"/>
    <p:sldId id="309" r:id="rId12"/>
    <p:sldId id="295" r:id="rId13"/>
    <p:sldId id="278" r:id="rId14"/>
    <p:sldId id="271" r:id="rId15"/>
    <p:sldId id="305" r:id="rId16"/>
    <p:sldId id="306" r:id="rId17"/>
    <p:sldId id="290" r:id="rId18"/>
    <p:sldId id="281" r:id="rId19"/>
    <p:sldId id="300" r:id="rId20"/>
    <p:sldId id="307" r:id="rId21"/>
    <p:sldId id="293" r:id="rId22"/>
    <p:sldId id="280" r:id="rId23"/>
    <p:sldId id="265" r:id="rId24"/>
    <p:sldId id="301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0FC3BF-A23C-6BC2-EC4D-083C63AB6882}" name="Vidit Sharma" initials="VS" userId="1f6809693784e56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986"/>
    <a:srgbClr val="31D7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omments/modernComment_10F_2D6B215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89B766-E8EC-4A10-BF2A-D6D1FB3E260D}" authorId="{1A0FC3BF-A23C-6BC2-EC4D-083C63AB6882}" created="2026-03-02T06:22:59.079">
    <pc:sldMkLst xmlns:pc="http://schemas.microsoft.com/office/powerpoint/2013/main/command">
      <pc:docMk/>
      <pc:sldMk cId="761995610" sldId="271"/>
    </pc:sldMkLst>
    <p188:txBody>
      <a:bodyPr/>
      <a:lstStyle/>
      <a:p>
        <a:r>
          <a:rPr lang="en-IN"/>
          <a:t>Add skip option</a:t>
        </a:r>
      </a:p>
    </p188:txBody>
  </p188:cm>
</p188:cmLst>
</file>

<file path=ppt/comments/modernComment_12C_3E07CA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63FEDAB-54E2-4451-B2A0-C49A76FC283B}" authorId="{1A0FC3BF-A23C-6BC2-EC4D-083C63AB6882}" created="2026-03-02T06:22:59.079">
    <pc:sldMkLst xmlns:pc="http://schemas.microsoft.com/office/powerpoint/2013/main/command">
      <pc:docMk/>
      <pc:sldMk cId="761995610" sldId="271"/>
    </pc:sldMkLst>
    <p188:txBody>
      <a:bodyPr/>
      <a:lstStyle/>
      <a:p>
        <a:r>
          <a:rPr lang="en-IN"/>
          <a:t>Add skip option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1D3569-4340-4A8A-A2FD-2067004F390A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553A1-0AC8-442A-B980-FE450BD9A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78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7134-553D-7343-9CE0-F3FAF5E2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BBDD4-94DD-DDB5-0358-E98C53355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43CE9-091F-CEE1-6FB1-C097E4B6B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8DD5B-5874-5A4A-F400-5AA5378F6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615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3DED1-0365-7E06-DE76-22FB0695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1B77C-3785-4564-51CA-99E8A96D8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DD242-B1D5-00B0-8DE0-2EC5DF41A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29A4A-6F59-B4E4-1509-5211FCCD6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039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553A1-0AC8-442A-B980-FE450BD9ACD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395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91CD-772A-A218-69BC-AFF035D6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A72BD-3ABC-BD08-D4E9-4D1106C22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D0F81-BECB-5D3E-0DD2-351EE82EC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49053-A631-FFB9-92CC-5138CEC31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74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EE6AA-92C8-3E02-BC0B-5F0D182D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A8D3A-7802-5C93-3D1E-E4CED8BA1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59846-3AC9-7255-4ED8-81C90E987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215A1-073F-459C-F4CB-FF973FFCF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22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E7E8-3D49-2843-409A-729938C55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0AFBB-58BD-FCB8-48CB-751B89BC1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19A5E-7722-A0B2-190A-909C115D0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71D49-12C3-CFB1-B72D-FC5C05A48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106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6A31-97DA-4691-196B-0D0AD463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E0EA1-847C-15B1-82B0-2356D7199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A0ABD-6B31-F806-ED34-0687AC60C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8553D-C83D-198A-DECE-FE77EB8B1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55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955F-0B7E-DD67-4DA3-8CA71949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CCE0F-533A-CCF1-4CFC-EF0E13CAF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25946-B09D-3D5E-3520-1178BAC61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337A-09C9-532B-C066-869C861E9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89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036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F5466-46DB-8A26-E383-E251BD24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30F0C-D027-AE95-3C9E-27A126282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1E560-3CC1-EC41-0043-01CBE9C88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D6D49-ADDF-FC81-D188-F7FCA0B83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722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2FE2C-0F74-5C69-6A9D-678CD2147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AAABA-24D5-4854-148A-0B26669DD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8F31D-E2F2-DA3A-C018-43638E63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FEE61-26C4-7DA6-7750-6504D9930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A0FC4-0E53-43C0-B628-109766058D8C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537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E5647-C838-8C2E-9B8C-913CFDD9B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5F3CE-DFCA-7952-0911-0E05C6E24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BFF57-90A8-A706-7F48-45C81AD4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E3090-07FE-00A5-0DCD-A1B404BE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89A0D-E3FB-B430-3930-218D15F1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07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04E76-0B47-1F9B-58BF-811EDF62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32417-A354-2816-E961-216BFE485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10F82-DE3B-B230-E3B7-9F130E0F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5DEEF-249B-E96D-6FD3-0BF50D83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CFB04-5F49-08E1-D523-A8EA349D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594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12C9-6EED-1882-084A-67C3B9E85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830FE-44FB-44CB-E4E6-833146C05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59841-6F50-8AE2-64E4-A0825318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7454E-782B-0DD7-33F5-B2E1F40F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5E4DF-CEFF-81A8-6070-1B0875438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02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0E14-5642-AE5D-CF20-E7853C1AA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0B416-5589-DC9E-49A6-86C259AFF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5C7F7-6FB1-144E-2175-8EABA9A0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C1E81-BA20-1AB9-85A0-51FE0CE0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34A53-7267-E2A8-7FAA-27482C39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1B6B3-F34B-3DFE-EA87-58D92DC4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23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C0CB-E760-136A-A798-D1D9667E4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EBC0E-1A6E-2367-507A-F2B380797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0FE86-1A77-60E6-FBBE-151619289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0E9861-613C-AAEA-FEF7-17C3DEAAD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380938-3CBD-6F17-8AC9-9B535A284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1761DD-BA05-7C39-13F4-4535E86C8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8C03DF-4C2A-FD97-6A46-F46ADF27F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A1B22-33E7-3B4E-5F23-184B9098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11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377C-9705-D93B-CBDB-5F6B67C2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135042-7EDC-D2CE-ACCF-9E32874A3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1C25A-17D9-C733-16E0-B5B50989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D0EAB-B664-C4D2-A8E7-BD64D1F7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84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540C6-DABA-39F9-B009-F79D9311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A7E9F-AF92-DBD5-FE04-91A5BD84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56B86-3294-ADD0-A089-09932C42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82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6717-06DD-B8D9-0761-1D4457B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D98C1-ED28-973B-C818-33E35F54D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76F28-63F7-3834-35A0-DDCEF750A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354CA-6D05-4ABF-1438-9D5CFA7B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5FC7F-B542-4C9B-77A4-1A2E7189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DFD55-0E56-002E-DD76-384D8879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59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3B95-6874-9095-B098-F134046EC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4ABBB-3ED4-C14A-D404-A41CEA85F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C5A2F-E865-8F3E-7733-48886E29D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4BFFE-8E4F-8300-0267-BD808577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6EBA7-8406-22D8-C8F6-E89311F8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B02BB-A846-6206-5918-FC83767C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850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1875-6B39-7CA8-2D0A-B8AAC7F7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498A1-B873-D6AF-A3BF-984F0E327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24141-321C-1FBC-392D-7D3FC47D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E1414-18CA-C754-DA97-AC5812EA6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EF783-D8BD-D557-A44A-2B64DB01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8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28122-15A5-6A19-1B90-6CECD92FD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A103F-5ED8-0006-8DD7-AFE79B029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E8E0A-B866-F4A9-B5E8-6445B215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411C-2AA4-0B34-2F3E-29ED3ECD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E03E3-1A9D-47AA-7774-C3C2D7FD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48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04EB6D-7C44-C9C8-E9C2-2B0CA3A0B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50236-EB20-03E9-03A1-988B93D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42DAD-B9B2-BBC6-634A-1C7405BE1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85BC1-3F0A-46DB-B4E1-B3346F4A266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77DFE-546E-5587-181D-B4751B195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F3A43-BCCF-0D86-D9BB-160E0B0C1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20BE1-2322-42EB-9A8A-1F8A3AA6D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31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12" Type="http://schemas.openxmlformats.org/officeDocument/2006/relationships/hyperlink" Target="https://freepngimg.com/svg/color/00FF00/172202-white-and-gray-user-ic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gif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freepngimg.com/svg/color/00FF00/172202-white-and-gray-user-ico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hyperlink" Target="https://freepngimg.com/svg/color/00FF00/172202-white-and-gray-user-ic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14.svg"/><Relationship Id="rId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freepngimg.com/svg/color/00FF00/172202-white-and-gray-user-icon" TargetMode="External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2D6B215A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hyperlink" Target="https://freepngimg.com/svg/color/00FF00/172202-white-and-gray-user-icon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svg/color/00FF00/172202-white-and-gray-user-icon" TargetMode="Externa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freepngimg.com/svg/color/00FF00/172202-white-and-gray-user-icon" TargetMode="External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C_3E07CA6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hyperlink" Target="https://freepngimg.com/svg/color/00FF00/172202-white-and-gray-user-ico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hyperlink" Target="https://freepngimg.com/svg/color/00FF00/172202-white-and-gray-user-ic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050D7C-A11D-096A-E15A-35FB2B30D89B}"/>
              </a:ext>
            </a:extLst>
          </p:cNvPr>
          <p:cNvSpPr txBox="1"/>
          <p:nvPr/>
        </p:nvSpPr>
        <p:spPr>
          <a:xfrm>
            <a:off x="5156016" y="96717"/>
            <a:ext cx="1879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Color Palette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90DE15-7A93-4C9F-FDF5-8BAC24C60013}"/>
              </a:ext>
            </a:extLst>
          </p:cNvPr>
          <p:cNvSpPr txBox="1"/>
          <p:nvPr/>
        </p:nvSpPr>
        <p:spPr>
          <a:xfrm>
            <a:off x="216311" y="622341"/>
            <a:ext cx="157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Primary Colors</a:t>
            </a:r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8DD596-4A8B-E670-3250-9432E04DACB6}"/>
              </a:ext>
            </a:extLst>
          </p:cNvPr>
          <p:cNvGrpSpPr/>
          <p:nvPr/>
        </p:nvGrpSpPr>
        <p:grpSpPr>
          <a:xfrm>
            <a:off x="419878" y="1101007"/>
            <a:ext cx="1203649" cy="1091682"/>
            <a:chOff x="419878" y="1772816"/>
            <a:chExt cx="1203649" cy="10916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6270A5-A32C-B205-ADDF-8E738D467066}"/>
                </a:ext>
              </a:extLst>
            </p:cNvPr>
            <p:cNvSpPr/>
            <p:nvPr/>
          </p:nvSpPr>
          <p:spPr>
            <a:xfrm>
              <a:off x="419878" y="1772816"/>
              <a:ext cx="1203649" cy="1091682"/>
            </a:xfrm>
            <a:prstGeom prst="rect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F8DAA83-2E4E-C35F-851F-95DA815437DB}"/>
                </a:ext>
              </a:extLst>
            </p:cNvPr>
            <p:cNvSpPr txBox="1"/>
            <p:nvPr/>
          </p:nvSpPr>
          <p:spPr>
            <a:xfrm>
              <a:off x="517849" y="2133991"/>
              <a:ext cx="1007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#FF6571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2A5D87-6FDF-FCBE-A824-E0E0ED99D1E9}"/>
              </a:ext>
            </a:extLst>
          </p:cNvPr>
          <p:cNvGrpSpPr/>
          <p:nvPr/>
        </p:nvGrpSpPr>
        <p:grpSpPr>
          <a:xfrm>
            <a:off x="1943878" y="1101007"/>
            <a:ext cx="1203649" cy="1091682"/>
            <a:chOff x="419878" y="1772816"/>
            <a:chExt cx="1203649" cy="1091682"/>
          </a:xfrm>
          <a:solidFill>
            <a:srgbClr val="FF37A1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E47ABE-2351-7FEF-7591-BE0A588644EF}"/>
                </a:ext>
              </a:extLst>
            </p:cNvPr>
            <p:cNvSpPr/>
            <p:nvPr/>
          </p:nvSpPr>
          <p:spPr>
            <a:xfrm>
              <a:off x="419878" y="1772816"/>
              <a:ext cx="1203649" cy="10916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DD391BF-F569-E9BA-3E57-4939B5CDBDBF}"/>
                </a:ext>
              </a:extLst>
            </p:cNvPr>
            <p:cNvSpPr txBox="1"/>
            <p:nvPr/>
          </p:nvSpPr>
          <p:spPr>
            <a:xfrm>
              <a:off x="517849" y="2133991"/>
              <a:ext cx="1007706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#FF37A1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8DF1425-9EC6-3244-607B-C5C5A84C8B96}"/>
              </a:ext>
            </a:extLst>
          </p:cNvPr>
          <p:cNvSpPr txBox="1"/>
          <p:nvPr/>
        </p:nvSpPr>
        <p:spPr>
          <a:xfrm>
            <a:off x="216311" y="2482236"/>
            <a:ext cx="182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Secondary Colors</a:t>
            </a:r>
            <a:endParaRPr lang="en-IN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01048E7-BEA2-9755-8D13-EC9CF7938EF6}"/>
              </a:ext>
            </a:extLst>
          </p:cNvPr>
          <p:cNvGrpSpPr/>
          <p:nvPr/>
        </p:nvGrpSpPr>
        <p:grpSpPr>
          <a:xfrm>
            <a:off x="422989" y="3016886"/>
            <a:ext cx="1203649" cy="1091682"/>
            <a:chOff x="419878" y="1772816"/>
            <a:chExt cx="1203649" cy="1091682"/>
          </a:xfrm>
          <a:solidFill>
            <a:srgbClr val="FF37A1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A7141D2-68A9-0C88-7F6C-F70EB992FF24}"/>
                </a:ext>
              </a:extLst>
            </p:cNvPr>
            <p:cNvSpPr/>
            <p:nvPr/>
          </p:nvSpPr>
          <p:spPr>
            <a:xfrm>
              <a:off x="419878" y="1772816"/>
              <a:ext cx="1203649" cy="1091682"/>
            </a:xfrm>
            <a:prstGeom prst="rect">
              <a:avLst/>
            </a:prstGeom>
            <a:solidFill>
              <a:srgbClr val="3CD8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FF378FC-BFB2-FACB-90BD-66A41E953FC3}"/>
                </a:ext>
              </a:extLst>
            </p:cNvPr>
            <p:cNvSpPr txBox="1"/>
            <p:nvPr/>
          </p:nvSpPr>
          <p:spPr>
            <a:xfrm>
              <a:off x="471195" y="2133991"/>
              <a:ext cx="1102567" cy="369332"/>
            </a:xfrm>
            <a:prstGeom prst="rect">
              <a:avLst/>
            </a:prstGeom>
            <a:solidFill>
              <a:srgbClr val="3CD8DE"/>
            </a:solidFill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#3CD8DE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AFF933-92AB-71B3-5EF3-784A6373F088}"/>
              </a:ext>
            </a:extLst>
          </p:cNvPr>
          <p:cNvGrpSpPr/>
          <p:nvPr/>
        </p:nvGrpSpPr>
        <p:grpSpPr>
          <a:xfrm>
            <a:off x="412298" y="4273886"/>
            <a:ext cx="1203649" cy="1091682"/>
            <a:chOff x="419878" y="1772816"/>
            <a:chExt cx="1203649" cy="1091682"/>
          </a:xfrm>
          <a:solidFill>
            <a:srgbClr val="81DAFE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288203-F782-252C-60B5-4DA92850A792}"/>
                </a:ext>
              </a:extLst>
            </p:cNvPr>
            <p:cNvSpPr/>
            <p:nvPr/>
          </p:nvSpPr>
          <p:spPr>
            <a:xfrm>
              <a:off x="419878" y="1772816"/>
              <a:ext cx="1203649" cy="10916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BF692D-ED07-7204-8D0C-CAA3E6A0F3B6}"/>
                </a:ext>
              </a:extLst>
            </p:cNvPr>
            <p:cNvSpPr txBox="1"/>
            <p:nvPr/>
          </p:nvSpPr>
          <p:spPr>
            <a:xfrm>
              <a:off x="471195" y="2133991"/>
              <a:ext cx="1102567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#81DAFE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41A0B5-AE60-3629-1CBA-1C398B1FAE08}"/>
              </a:ext>
            </a:extLst>
          </p:cNvPr>
          <p:cNvGrpSpPr/>
          <p:nvPr/>
        </p:nvGrpSpPr>
        <p:grpSpPr>
          <a:xfrm>
            <a:off x="402967" y="5530886"/>
            <a:ext cx="1203649" cy="1091682"/>
            <a:chOff x="419878" y="1772816"/>
            <a:chExt cx="1203649" cy="1091682"/>
          </a:xfrm>
          <a:solidFill>
            <a:srgbClr val="81DAFE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58E2486-44D2-5F6B-9E88-AE46DD2EFA72}"/>
                </a:ext>
              </a:extLst>
            </p:cNvPr>
            <p:cNvSpPr/>
            <p:nvPr/>
          </p:nvSpPr>
          <p:spPr>
            <a:xfrm>
              <a:off x="419878" y="1772816"/>
              <a:ext cx="1203649" cy="1091682"/>
            </a:xfrm>
            <a:prstGeom prst="rect">
              <a:avLst/>
            </a:prstGeom>
            <a:solidFill>
              <a:srgbClr val="B1E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E11A823-E811-69C1-25FD-49D1643E7FB4}"/>
                </a:ext>
              </a:extLst>
            </p:cNvPr>
            <p:cNvSpPr txBox="1"/>
            <p:nvPr/>
          </p:nvSpPr>
          <p:spPr>
            <a:xfrm>
              <a:off x="471195" y="2133991"/>
              <a:ext cx="1102567" cy="369332"/>
            </a:xfrm>
            <a:prstGeom prst="rect">
              <a:avLst/>
            </a:prstGeom>
            <a:solidFill>
              <a:srgbClr val="B1E5FF"/>
            </a:solidFill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#B1E5FF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367E4EF-00D2-0B5B-66A4-C67B32BE6F56}"/>
              </a:ext>
            </a:extLst>
          </p:cNvPr>
          <p:cNvSpPr/>
          <p:nvPr/>
        </p:nvSpPr>
        <p:spPr>
          <a:xfrm>
            <a:off x="3454201" y="1101007"/>
            <a:ext cx="1203649" cy="1091682"/>
          </a:xfrm>
          <a:prstGeom prst="rect">
            <a:avLst/>
          </a:prstGeom>
          <a:solidFill>
            <a:srgbClr val="01CE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#01CED1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62EE7E-F118-49B2-C84F-7C1D1907E732}"/>
              </a:ext>
            </a:extLst>
          </p:cNvPr>
          <p:cNvSpPr/>
          <p:nvPr/>
        </p:nvSpPr>
        <p:spPr>
          <a:xfrm>
            <a:off x="5016282" y="1101007"/>
            <a:ext cx="1203649" cy="1091682"/>
          </a:xfrm>
          <a:prstGeom prst="rect">
            <a:avLst/>
          </a:prstGeom>
          <a:solidFill>
            <a:srgbClr val="311D6B"/>
          </a:solidFill>
          <a:ln>
            <a:solidFill>
              <a:srgbClr val="311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#311D6B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DFDA0-18B4-6151-936F-8DAFE725CCCC}"/>
              </a:ext>
            </a:extLst>
          </p:cNvPr>
          <p:cNvSpPr/>
          <p:nvPr/>
        </p:nvSpPr>
        <p:spPr>
          <a:xfrm>
            <a:off x="6578363" y="1101007"/>
            <a:ext cx="1203649" cy="109168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#FFFFFF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9F48D1-F728-C9EA-7820-6CB51F828A94}"/>
              </a:ext>
            </a:extLst>
          </p:cNvPr>
          <p:cNvSpPr/>
          <p:nvPr/>
        </p:nvSpPr>
        <p:spPr>
          <a:xfrm>
            <a:off x="2164081" y="3016886"/>
            <a:ext cx="1118742" cy="1091682"/>
          </a:xfrm>
          <a:prstGeom prst="rect">
            <a:avLst/>
          </a:prstGeom>
          <a:solidFill>
            <a:srgbClr val="FFB63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#FFB63A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FA345B-0740-CD91-435F-9C48D2C105AD}"/>
              </a:ext>
            </a:extLst>
          </p:cNvPr>
          <p:cNvSpPr/>
          <p:nvPr/>
        </p:nvSpPr>
        <p:spPr>
          <a:xfrm>
            <a:off x="2164080" y="4273886"/>
            <a:ext cx="1118742" cy="1091683"/>
          </a:xfrm>
          <a:prstGeom prst="rect">
            <a:avLst/>
          </a:prstGeom>
          <a:solidFill>
            <a:srgbClr val="FF403E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#FF403E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23AB81-319A-B46C-24DC-E1AFDFC48382}"/>
              </a:ext>
            </a:extLst>
          </p:cNvPr>
          <p:cNvSpPr/>
          <p:nvPr/>
        </p:nvSpPr>
        <p:spPr>
          <a:xfrm>
            <a:off x="2164080" y="5530886"/>
            <a:ext cx="1118742" cy="1091681"/>
          </a:xfrm>
          <a:prstGeom prst="rect">
            <a:avLst/>
          </a:prstGeom>
          <a:solidFill>
            <a:srgbClr val="868FE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#868FE5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8CBE70-478A-180D-51E1-E963EA194C85}"/>
              </a:ext>
            </a:extLst>
          </p:cNvPr>
          <p:cNvSpPr/>
          <p:nvPr/>
        </p:nvSpPr>
        <p:spPr>
          <a:xfrm>
            <a:off x="3820266" y="2998604"/>
            <a:ext cx="1118742" cy="1091682"/>
          </a:xfrm>
          <a:prstGeom prst="rect">
            <a:avLst/>
          </a:prstGeom>
          <a:solidFill>
            <a:srgbClr val="00C5B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#00C5BC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0B6A15-8141-92F3-AEC5-399FEC274865}"/>
              </a:ext>
            </a:extLst>
          </p:cNvPr>
          <p:cNvSpPr/>
          <p:nvPr/>
        </p:nvSpPr>
        <p:spPr>
          <a:xfrm>
            <a:off x="3820266" y="4273885"/>
            <a:ext cx="1118742" cy="1091683"/>
          </a:xfrm>
          <a:prstGeom prst="rect">
            <a:avLst/>
          </a:prstGeom>
          <a:solidFill>
            <a:srgbClr val="37CAC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#37CAC3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B1FA4-9559-F247-6BA5-C24AA2ACE33F}"/>
              </a:ext>
            </a:extLst>
          </p:cNvPr>
          <p:cNvSpPr/>
          <p:nvPr/>
        </p:nvSpPr>
        <p:spPr>
          <a:xfrm>
            <a:off x="3820266" y="5530884"/>
            <a:ext cx="1118742" cy="1091683"/>
          </a:xfrm>
          <a:prstGeom prst="rect">
            <a:avLst/>
          </a:prstGeom>
          <a:solidFill>
            <a:srgbClr val="5BD1C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#37CAC3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23FB2-3F26-BEFA-954E-0F6CB1C92F66}"/>
              </a:ext>
            </a:extLst>
          </p:cNvPr>
          <p:cNvSpPr/>
          <p:nvPr/>
        </p:nvSpPr>
        <p:spPr>
          <a:xfrm>
            <a:off x="5536629" y="3016885"/>
            <a:ext cx="1118742" cy="1091683"/>
          </a:xfrm>
          <a:prstGeom prst="rect">
            <a:avLst/>
          </a:prstGeom>
          <a:solidFill>
            <a:srgbClr val="5BD1C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#78D3CE</a:t>
            </a:r>
          </a:p>
        </p:txBody>
      </p:sp>
    </p:spTree>
    <p:extLst>
      <p:ext uri="{BB962C8B-B14F-4D97-AF65-F5344CB8AC3E}">
        <p14:creationId xmlns:p14="http://schemas.microsoft.com/office/powerpoint/2010/main" val="16072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D5CA883-A748-7935-CE32-0B04D0738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60" y="-111760"/>
            <a:ext cx="9569302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017692-59FF-F352-A09B-51DF873CC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35" y="1250737"/>
            <a:ext cx="3495113" cy="25048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76218B6-DAB2-ABC8-AB08-C3C03BE1C6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405" y="1656326"/>
            <a:ext cx="3362960" cy="139600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538AD3B-88E0-5842-9AEC-E6C4753227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5009"/>
            <a:ext cx="4156031" cy="415603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6654A84-F641-F5EF-135E-BC083AA76731}"/>
              </a:ext>
            </a:extLst>
          </p:cNvPr>
          <p:cNvSpPr/>
          <p:nvPr/>
        </p:nvSpPr>
        <p:spPr>
          <a:xfrm>
            <a:off x="4277949" y="4206240"/>
            <a:ext cx="3443651" cy="184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A7FC0E-0C3B-BF5C-CD4B-B6ECBD49D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426" y="3870569"/>
            <a:ext cx="3495112" cy="250483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A6A0DA3-8EE3-4AC5-4634-EAE03A7A6A77}"/>
              </a:ext>
            </a:extLst>
          </p:cNvPr>
          <p:cNvSpPr/>
          <p:nvPr/>
        </p:nvSpPr>
        <p:spPr>
          <a:xfrm>
            <a:off x="8035971" y="1446192"/>
            <a:ext cx="3443651" cy="184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D20288-0B09-9279-102E-5D354F9E4672}"/>
              </a:ext>
            </a:extLst>
          </p:cNvPr>
          <p:cNvSpPr/>
          <p:nvPr/>
        </p:nvSpPr>
        <p:spPr>
          <a:xfrm>
            <a:off x="8145251" y="4124960"/>
            <a:ext cx="3443651" cy="184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4D7EC28-F98A-352C-B119-DB0E45FD44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251" y="3253333"/>
            <a:ext cx="3495113" cy="349511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A0D6193-CD6C-2F81-0427-DD22D47645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71" y="1656326"/>
            <a:ext cx="3252247" cy="13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47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61B10-2FF1-FCD1-4EC9-1FCA6163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4623FD8-EBBA-96BF-B742-00908886E9FD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Landing Page - Mobile</a:t>
            </a:r>
            <a:endParaRPr lang="en-IN" sz="36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26E7D2-A8A9-BBD5-A201-FCCA442A712D}"/>
              </a:ext>
            </a:extLst>
          </p:cNvPr>
          <p:cNvGrpSpPr/>
          <p:nvPr/>
        </p:nvGrpSpPr>
        <p:grpSpPr>
          <a:xfrm>
            <a:off x="1927341" y="0"/>
            <a:ext cx="3366722" cy="6858000"/>
            <a:chOff x="5062426" y="0"/>
            <a:chExt cx="3366722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94F7CD6-EB2D-9F0B-F36A-430FE89C83C3}"/>
                </a:ext>
              </a:extLst>
            </p:cNvPr>
            <p:cNvGrpSpPr/>
            <p:nvPr/>
          </p:nvGrpSpPr>
          <p:grpSpPr>
            <a:xfrm>
              <a:off x="5435834" y="547830"/>
              <a:ext cx="2609088" cy="5600712"/>
              <a:chOff x="1746280" y="933798"/>
              <a:chExt cx="2609088" cy="560071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AB06B2B-6EAC-3A64-DB40-3EDA6865FCF4}"/>
                  </a:ext>
                </a:extLst>
              </p:cNvPr>
              <p:cNvSpPr/>
              <p:nvPr/>
            </p:nvSpPr>
            <p:spPr>
              <a:xfrm>
                <a:off x="1746280" y="1512869"/>
                <a:ext cx="2609088" cy="333443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E1416E-6689-A8EA-8C60-EED99F1B8B15}"/>
                  </a:ext>
                </a:extLst>
              </p:cNvPr>
              <p:cNvSpPr txBox="1"/>
              <p:nvPr/>
            </p:nvSpPr>
            <p:spPr>
              <a:xfrm>
                <a:off x="1995481" y="2307268"/>
                <a:ext cx="230566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/>
                  <a:t>Hero Section</a:t>
                </a:r>
                <a:endParaRPr lang="en-IN" sz="3200" dirty="0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B6A556C-AA2A-3D01-B7EE-5AAACBB6F184}"/>
                  </a:ext>
                </a:extLst>
              </p:cNvPr>
              <p:cNvSpPr/>
              <p:nvPr/>
            </p:nvSpPr>
            <p:spPr>
              <a:xfrm>
                <a:off x="2257557" y="5534250"/>
                <a:ext cx="1529090" cy="443102"/>
              </a:xfrm>
              <a:prstGeom prst="roundRect">
                <a:avLst>
                  <a:gd name="adj" fmla="val 50000"/>
                </a:avLst>
              </a:prstGeom>
              <a:solidFill>
                <a:srgbClr val="01CE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Sign in as Teacher</a:t>
                </a:r>
                <a:endParaRPr lang="en-IN" sz="1100" dirty="0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E1302969-7906-957E-B909-555BDB6A89A6}"/>
                  </a:ext>
                </a:extLst>
              </p:cNvPr>
              <p:cNvSpPr/>
              <p:nvPr/>
            </p:nvSpPr>
            <p:spPr>
              <a:xfrm>
                <a:off x="2257556" y="6091408"/>
                <a:ext cx="1529090" cy="443102"/>
              </a:xfrm>
              <a:prstGeom prst="roundRect">
                <a:avLst>
                  <a:gd name="adj" fmla="val 50000"/>
                </a:avLst>
              </a:prstGeom>
              <a:solidFill>
                <a:srgbClr val="211D1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Sign in as Parent</a:t>
                </a:r>
                <a:endParaRPr lang="en-IN" sz="1100" dirty="0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69BAFE0-8033-4EE2-029A-22B5FB6B9D2B}"/>
                  </a:ext>
                </a:extLst>
              </p:cNvPr>
              <p:cNvSpPr/>
              <p:nvPr/>
            </p:nvSpPr>
            <p:spPr>
              <a:xfrm>
                <a:off x="2257557" y="4977092"/>
                <a:ext cx="1529089" cy="443102"/>
              </a:xfrm>
              <a:prstGeom prst="roundRect">
                <a:avLst>
                  <a:gd name="adj" fmla="val 50000"/>
                </a:avLst>
              </a:prstGeom>
              <a:solidFill>
                <a:srgbClr val="FF39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Sign in as Student</a:t>
                </a:r>
                <a:endParaRPr lang="en-IN" sz="1100" dirty="0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47B78E5-4F81-C048-AD8C-35A98BE764E7}"/>
                  </a:ext>
                </a:extLst>
              </p:cNvPr>
              <p:cNvSpPr/>
              <p:nvPr/>
            </p:nvSpPr>
            <p:spPr>
              <a:xfrm>
                <a:off x="3073634" y="933798"/>
                <a:ext cx="1281733" cy="443102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FF398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FF3986"/>
                    </a:solidFill>
                  </a:rPr>
                  <a:t>Sign In as Admin</a:t>
                </a:r>
                <a:endParaRPr lang="en-IN" sz="1400" dirty="0">
                  <a:solidFill>
                    <a:srgbClr val="FF3986"/>
                  </a:solidFill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89E6AFA-65DD-F6F2-2BA6-BB005A61DFC1}"/>
                </a:ext>
              </a:extLst>
            </p:cNvPr>
            <p:cNvGrpSpPr/>
            <p:nvPr/>
          </p:nvGrpSpPr>
          <p:grpSpPr>
            <a:xfrm>
              <a:off x="5062426" y="0"/>
              <a:ext cx="3366722" cy="6858000"/>
              <a:chOff x="8666331" y="315797"/>
              <a:chExt cx="3366722" cy="685800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8531045-6184-A7CD-F1F6-64968226F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3755413-2C7E-50DB-546C-3E134BE004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93CCD5D-2B4B-5DDA-DA3D-217237585C56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7D1FB7D-AA82-372F-819F-494AB80F03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260" y="242677"/>
            <a:ext cx="833886" cy="83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9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6816B-9106-0F21-D687-580A89231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 TRACK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4275F5-AEEE-0D86-0490-1649BDC3A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2020840"/>
            <a:ext cx="6780700" cy="281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6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DBDD1-8950-1D91-A87C-45F3F17D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EE3AD90B-753C-628D-447A-7709B7C6B6C1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Sign In Page - Mobile</a:t>
            </a:r>
            <a:endParaRPr lang="en-IN" sz="3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A61B96-6AAB-D76A-A916-31550E4EAA61}"/>
              </a:ext>
            </a:extLst>
          </p:cNvPr>
          <p:cNvGrpSpPr/>
          <p:nvPr/>
        </p:nvGrpSpPr>
        <p:grpSpPr>
          <a:xfrm>
            <a:off x="5211632" y="225241"/>
            <a:ext cx="3203557" cy="6407518"/>
            <a:chOff x="8666331" y="315797"/>
            <a:chExt cx="3366722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515B086-DA3A-0BB5-0C6F-2F129780A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2579B75-308B-A098-F97F-5B2CB2FC4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385A7F6-EC90-E5D4-6668-79FEB7B7387C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63D4CB-5761-C066-C5B9-A253979FD198}"/>
              </a:ext>
            </a:extLst>
          </p:cNvPr>
          <p:cNvSpPr/>
          <p:nvPr/>
        </p:nvSpPr>
        <p:spPr>
          <a:xfrm>
            <a:off x="6185557" y="4303218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23FCD36-CB60-0BEC-7449-3CE9F24BD4F5}"/>
              </a:ext>
            </a:extLst>
          </p:cNvPr>
          <p:cNvSpPr/>
          <p:nvPr/>
        </p:nvSpPr>
        <p:spPr>
          <a:xfrm>
            <a:off x="5594499" y="221326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new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0B2D0D7-25E2-4F19-78C5-546274C5312E}"/>
              </a:ext>
            </a:extLst>
          </p:cNvPr>
          <p:cNvSpPr/>
          <p:nvPr/>
        </p:nvSpPr>
        <p:spPr>
          <a:xfrm>
            <a:off x="5580725" y="314508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Re-enter your new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CF5171-DC81-25A1-9FF4-9CC239AB24F2}"/>
              </a:ext>
            </a:extLst>
          </p:cNvPr>
          <p:cNvSpPr txBox="1"/>
          <p:nvPr/>
        </p:nvSpPr>
        <p:spPr>
          <a:xfrm>
            <a:off x="5510116" y="2880650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Confirm 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168B01-6B10-7FB7-829F-B443633BAC5E}"/>
              </a:ext>
            </a:extLst>
          </p:cNvPr>
          <p:cNvSpPr txBox="1"/>
          <p:nvPr/>
        </p:nvSpPr>
        <p:spPr>
          <a:xfrm>
            <a:off x="5541216" y="195069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597B29-3945-9406-05F9-CEC539A04673}"/>
              </a:ext>
            </a:extLst>
          </p:cNvPr>
          <p:cNvSpPr txBox="1"/>
          <p:nvPr/>
        </p:nvSpPr>
        <p:spPr>
          <a:xfrm>
            <a:off x="5483404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Change your password for safety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3CEF76A-6382-8045-6060-D8153A71B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595" y="429473"/>
            <a:ext cx="833886" cy="83388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8FB0C3E2-316A-69FD-DE25-B969077D5DA5}"/>
              </a:ext>
            </a:extLst>
          </p:cNvPr>
          <p:cNvGrpSpPr/>
          <p:nvPr/>
        </p:nvGrpSpPr>
        <p:grpSpPr>
          <a:xfrm>
            <a:off x="1649265" y="225241"/>
            <a:ext cx="3203557" cy="6407518"/>
            <a:chOff x="8666331" y="315797"/>
            <a:chExt cx="3366722" cy="685800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AE9746E-E2A4-C995-4B0E-000F399F4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01FCA9B9-5A87-D689-39BB-A9B89BCC5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1AAE988-D9CE-22C2-87EB-0418A4A85324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FB9C441-D57D-F44B-0583-C0B96B8F1D74}"/>
              </a:ext>
            </a:extLst>
          </p:cNvPr>
          <p:cNvSpPr/>
          <p:nvPr/>
        </p:nvSpPr>
        <p:spPr>
          <a:xfrm>
            <a:off x="2623190" y="4303218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Sign In</a:t>
            </a:r>
            <a:endParaRPr lang="en-IN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4B710CD-BD5D-E216-3D25-69E40DF20E89}"/>
              </a:ext>
            </a:extLst>
          </p:cNvPr>
          <p:cNvSpPr/>
          <p:nvPr/>
        </p:nvSpPr>
        <p:spPr>
          <a:xfrm>
            <a:off x="2032132" y="221326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email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E8559AD-547D-998B-CB7D-A6DDC39B7068}"/>
              </a:ext>
            </a:extLst>
          </p:cNvPr>
          <p:cNvSpPr/>
          <p:nvPr/>
        </p:nvSpPr>
        <p:spPr>
          <a:xfrm>
            <a:off x="2018358" y="314508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EDDE5A-C9E0-EEBD-77C7-66A50CD2864A}"/>
              </a:ext>
            </a:extLst>
          </p:cNvPr>
          <p:cNvSpPr txBox="1"/>
          <p:nvPr/>
        </p:nvSpPr>
        <p:spPr>
          <a:xfrm>
            <a:off x="1947749" y="2880650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64A700-C188-673B-0754-EEDDA3FF06EE}"/>
              </a:ext>
            </a:extLst>
          </p:cNvPr>
          <p:cNvSpPr txBox="1"/>
          <p:nvPr/>
        </p:nvSpPr>
        <p:spPr>
          <a:xfrm>
            <a:off x="1978849" y="195069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Email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38A7E1-8732-E07C-9E7E-C396AA20D0D7}"/>
              </a:ext>
            </a:extLst>
          </p:cNvPr>
          <p:cNvSpPr txBox="1"/>
          <p:nvPr/>
        </p:nvSpPr>
        <p:spPr>
          <a:xfrm>
            <a:off x="1921037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82BA037-5904-657C-5A9F-D40BE14CB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28" y="429473"/>
            <a:ext cx="833886" cy="833886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EE9E1793-4348-8AEF-E41D-00BA56454686}"/>
              </a:ext>
            </a:extLst>
          </p:cNvPr>
          <p:cNvGrpSpPr/>
          <p:nvPr/>
        </p:nvGrpSpPr>
        <p:grpSpPr>
          <a:xfrm>
            <a:off x="8913541" y="336755"/>
            <a:ext cx="2969343" cy="6184490"/>
            <a:chOff x="1641986" y="673510"/>
            <a:chExt cx="2969343" cy="618449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DA9D5D9-47A0-FB7B-961C-78A588CD3607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D00AAE0-3618-FCA2-D72C-76CE6369269B}"/>
                </a:ext>
              </a:extLst>
            </p:cNvPr>
            <p:cNvGrpSpPr/>
            <p:nvPr/>
          </p:nvGrpSpPr>
          <p:grpSpPr>
            <a:xfrm>
              <a:off x="2458672" y="4638385"/>
              <a:ext cx="1349479" cy="518364"/>
              <a:chOff x="5806540" y="5001726"/>
              <a:chExt cx="1843549" cy="633382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F8F9A615-9998-ECE3-5FF1-75347CCDBEDF}"/>
                  </a:ext>
                </a:extLst>
              </p:cNvPr>
              <p:cNvSpPr/>
              <p:nvPr/>
            </p:nvSpPr>
            <p:spPr>
              <a:xfrm>
                <a:off x="5806540" y="5001726"/>
                <a:ext cx="1843549" cy="54142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Sign In</a:t>
                </a:r>
                <a:endParaRPr lang="en-IN" sz="1200" dirty="0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000EB6E6-3331-A39B-7890-4EF24F94B7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E211B20-9215-AE06-911D-85A11AA31117}"/>
              </a:ext>
            </a:extLst>
          </p:cNvPr>
          <p:cNvGrpSpPr/>
          <p:nvPr/>
        </p:nvGrpSpPr>
        <p:grpSpPr>
          <a:xfrm>
            <a:off x="8792725" y="218769"/>
            <a:ext cx="3203557" cy="6407518"/>
            <a:chOff x="8666331" y="315797"/>
            <a:chExt cx="3366722" cy="6858000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9472E8D3-7177-37D6-534F-42891923D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55D34D30-D7DD-19C2-1509-FA4873971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0AD6079-C1F7-A896-0FAC-FE297CB3E2B6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8FA9AAF8-FD50-E7E8-1EA2-4B6D6EB73E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224" y="384909"/>
            <a:ext cx="833886" cy="83388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2937A06-AA10-CC32-DCE3-4DED985BA16F}"/>
              </a:ext>
            </a:extLst>
          </p:cNvPr>
          <p:cNvSpPr txBox="1"/>
          <p:nvPr/>
        </p:nvSpPr>
        <p:spPr>
          <a:xfrm>
            <a:off x="9230479" y="3782091"/>
            <a:ext cx="2359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*Incorrect email or password. Try again.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3AA8364-F4A7-3DBD-DEEC-08B565D55653}"/>
              </a:ext>
            </a:extLst>
          </p:cNvPr>
          <p:cNvSpPr/>
          <p:nvPr/>
        </p:nvSpPr>
        <p:spPr>
          <a:xfrm>
            <a:off x="9172985" y="2231228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principal@springfield.edu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FCD0A43-C78C-758B-B975-1E7AB2FE34BF}"/>
              </a:ext>
            </a:extLst>
          </p:cNvPr>
          <p:cNvSpPr/>
          <p:nvPr/>
        </p:nvSpPr>
        <p:spPr>
          <a:xfrm>
            <a:off x="9159211" y="3163048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8Bo9j08h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714A2F-FFAB-DA85-AAC7-F654D0FBB232}"/>
              </a:ext>
            </a:extLst>
          </p:cNvPr>
          <p:cNvSpPr txBox="1"/>
          <p:nvPr/>
        </p:nvSpPr>
        <p:spPr>
          <a:xfrm>
            <a:off x="9088602" y="2898612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DFF6D2-D387-B5F4-B596-1126A797C7E4}"/>
              </a:ext>
            </a:extLst>
          </p:cNvPr>
          <p:cNvSpPr txBox="1"/>
          <p:nvPr/>
        </p:nvSpPr>
        <p:spPr>
          <a:xfrm>
            <a:off x="9119702" y="1968661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Email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829F20-84E3-10F6-BC53-A28E768E9ECB}"/>
              </a:ext>
            </a:extLst>
          </p:cNvPr>
          <p:cNvSpPr txBox="1"/>
          <p:nvPr/>
        </p:nvSpPr>
        <p:spPr>
          <a:xfrm>
            <a:off x="9088602" y="1422591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</p:spTree>
    <p:extLst>
      <p:ext uri="{BB962C8B-B14F-4D97-AF65-F5344CB8AC3E}">
        <p14:creationId xmlns:p14="http://schemas.microsoft.com/office/powerpoint/2010/main" val="1711811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5DF4-488D-3DC0-76B3-67176B086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4DF7933-3C52-5A32-5008-74D1C03F1551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Home Page No Details Uploaded State - Mobile</a:t>
            </a:r>
            <a:endParaRPr lang="en-IN" sz="3600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F0A9DD5-DECE-682E-FBFD-0CB835106BC9}"/>
              </a:ext>
            </a:extLst>
          </p:cNvPr>
          <p:cNvGrpSpPr/>
          <p:nvPr/>
        </p:nvGrpSpPr>
        <p:grpSpPr>
          <a:xfrm>
            <a:off x="1775384" y="225241"/>
            <a:ext cx="3203557" cy="6407518"/>
            <a:chOff x="8666331" y="315797"/>
            <a:chExt cx="3366722" cy="6858000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DBF4ACBC-4DF1-69EA-CCA7-D6DE5907B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A4212AA0-DBB7-B195-B139-46FC57C92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6591890-06FC-3527-ADC9-9D2EB46F934F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A452C4F5-B408-B92F-B468-CEF11F5B9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19" y="587311"/>
            <a:ext cx="833886" cy="833886"/>
          </a:xfrm>
          <a:prstGeom prst="rect">
            <a:avLst/>
          </a:prstGeom>
        </p:spPr>
      </p:pic>
      <p:sp>
        <p:nvSpPr>
          <p:cNvPr id="103" name="Rounded Rectangle 55">
            <a:extLst>
              <a:ext uri="{FF2B5EF4-FFF2-40B4-BE49-F238E27FC236}">
                <a16:creationId xmlns:a16="http://schemas.microsoft.com/office/drawing/2014/main" id="{47F012AB-479B-07DB-3250-90E6B65B9D51}"/>
              </a:ext>
            </a:extLst>
          </p:cNvPr>
          <p:cNvSpPr/>
          <p:nvPr/>
        </p:nvSpPr>
        <p:spPr>
          <a:xfrm>
            <a:off x="4130579" y="738347"/>
            <a:ext cx="484268" cy="1708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B1B88DC-8308-9FBC-B5A7-8688798F1191}"/>
              </a:ext>
            </a:extLst>
          </p:cNvPr>
          <p:cNvSpPr txBox="1"/>
          <p:nvPr/>
        </p:nvSpPr>
        <p:spPr>
          <a:xfrm>
            <a:off x="2100369" y="1772116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4778BBB1-743A-7688-4B6F-D502205C2957}"/>
              </a:ext>
            </a:extLst>
          </p:cNvPr>
          <p:cNvSpPr/>
          <p:nvPr/>
        </p:nvSpPr>
        <p:spPr>
          <a:xfrm>
            <a:off x="2532761" y="4732183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Upload</a:t>
            </a:r>
            <a:endParaRPr lang="en-IN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BCE5484-527C-E58F-4682-006F8D20F22D}"/>
              </a:ext>
            </a:extLst>
          </p:cNvPr>
          <p:cNvSpPr txBox="1"/>
          <p:nvPr/>
        </p:nvSpPr>
        <p:spPr>
          <a:xfrm>
            <a:off x="2100369" y="1297319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430F122-EF0D-2BA1-672E-CEEFD87E5FBB}"/>
              </a:ext>
            </a:extLst>
          </p:cNvPr>
          <p:cNvSpPr txBox="1"/>
          <p:nvPr/>
        </p:nvSpPr>
        <p:spPr>
          <a:xfrm>
            <a:off x="2100369" y="2312294"/>
            <a:ext cx="214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Upload School details</a:t>
            </a:r>
            <a:endParaRPr lang="en-IN" sz="1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ABB7416-DFD4-64A5-A459-D56E236D68FC}"/>
              </a:ext>
            </a:extLst>
          </p:cNvPr>
          <p:cNvSpPr txBox="1"/>
          <p:nvPr/>
        </p:nvSpPr>
        <p:spPr>
          <a:xfrm>
            <a:off x="5686171" y="1642631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E74E40B-DE95-35D0-864B-BE9592C5267A}"/>
              </a:ext>
            </a:extLst>
          </p:cNvPr>
          <p:cNvGrpSpPr/>
          <p:nvPr/>
        </p:nvGrpSpPr>
        <p:grpSpPr>
          <a:xfrm>
            <a:off x="5293674" y="189274"/>
            <a:ext cx="3203557" cy="6407518"/>
            <a:chOff x="8666331" y="315797"/>
            <a:chExt cx="3366722" cy="6858000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794630B-977A-99CB-A4D4-247282D22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B0BE9C8A-9D5F-2BA7-D80C-0897F42C8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ADCB909-69B1-0434-5791-7D97ABB51A9F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5D3F5E37-3C4F-788B-6CFE-74A183F2BE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810" y="516400"/>
            <a:ext cx="833886" cy="833886"/>
          </a:xfrm>
          <a:prstGeom prst="rect">
            <a:avLst/>
          </a:prstGeom>
        </p:spPr>
      </p:pic>
      <p:sp>
        <p:nvSpPr>
          <p:cNvPr id="66" name="Rounded Rectangle 55">
            <a:extLst>
              <a:ext uri="{FF2B5EF4-FFF2-40B4-BE49-F238E27FC236}">
                <a16:creationId xmlns:a16="http://schemas.microsoft.com/office/drawing/2014/main" id="{FA06BA33-42E2-DC5D-8753-248A8C0FE4DC}"/>
              </a:ext>
            </a:extLst>
          </p:cNvPr>
          <p:cNvSpPr/>
          <p:nvPr/>
        </p:nvSpPr>
        <p:spPr>
          <a:xfrm>
            <a:off x="7731163" y="661304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88" name="Graphic 87" descr="Caret Down with solid fill">
            <a:extLst>
              <a:ext uri="{FF2B5EF4-FFF2-40B4-BE49-F238E27FC236}">
                <a16:creationId xmlns:a16="http://schemas.microsoft.com/office/drawing/2014/main" id="{3A654BF2-6637-D62E-CFDC-0A0507B213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5234" y="4031215"/>
            <a:ext cx="346879" cy="346879"/>
          </a:xfrm>
          <a:prstGeom prst="rect">
            <a:avLst/>
          </a:prstGeom>
        </p:spPr>
      </p:pic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A76D081-F294-1979-FCF9-54CC5FC36FB9}"/>
              </a:ext>
            </a:extLst>
          </p:cNvPr>
          <p:cNvSpPr/>
          <p:nvPr/>
        </p:nvSpPr>
        <p:spPr>
          <a:xfrm>
            <a:off x="5627268" y="1822316"/>
            <a:ext cx="2528556" cy="36180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8FE6DB2-CBD2-7A0B-2ABD-14248F26018C}"/>
              </a:ext>
            </a:extLst>
          </p:cNvPr>
          <p:cNvSpPr/>
          <p:nvPr/>
        </p:nvSpPr>
        <p:spPr>
          <a:xfrm>
            <a:off x="5786927" y="2581334"/>
            <a:ext cx="2265933" cy="463160"/>
          </a:xfrm>
          <a:prstGeom prst="roundRect">
            <a:avLst/>
          </a:prstGeom>
          <a:noFill/>
          <a:ln>
            <a:solidFill>
              <a:srgbClr val="31D7D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Upload Teacher info</a:t>
            </a:r>
            <a:endParaRPr lang="en-IN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6483C5-BF88-DC24-C568-C7A6A9B95480}"/>
              </a:ext>
            </a:extLst>
          </p:cNvPr>
          <p:cNvSpPr txBox="1"/>
          <p:nvPr/>
        </p:nvSpPr>
        <p:spPr>
          <a:xfrm>
            <a:off x="5746263" y="2296353"/>
            <a:ext cx="1390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Teachers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8AB5F9-5BD4-A473-04A9-BBCC2E7AA5DA}"/>
              </a:ext>
            </a:extLst>
          </p:cNvPr>
          <p:cNvSpPr txBox="1"/>
          <p:nvPr/>
        </p:nvSpPr>
        <p:spPr>
          <a:xfrm>
            <a:off x="5741982" y="3250887"/>
            <a:ext cx="2046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Parents &amp; Students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5348B5-CE3F-0A75-2998-4DD18E5519C1}"/>
              </a:ext>
            </a:extLst>
          </p:cNvPr>
          <p:cNvSpPr/>
          <p:nvPr/>
        </p:nvSpPr>
        <p:spPr>
          <a:xfrm>
            <a:off x="5786926" y="3536680"/>
            <a:ext cx="2265933" cy="456450"/>
          </a:xfrm>
          <a:prstGeom prst="roundRect">
            <a:avLst/>
          </a:prstGeom>
          <a:noFill/>
          <a:ln>
            <a:solidFill>
              <a:srgbClr val="31D7D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Upload Parent &amp; Student info</a:t>
            </a:r>
            <a:endParaRPr lang="en-IN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94" name="Graphic 93" descr="Upload outline">
            <a:extLst>
              <a:ext uri="{FF2B5EF4-FFF2-40B4-BE49-F238E27FC236}">
                <a16:creationId xmlns:a16="http://schemas.microsoft.com/office/drawing/2014/main" id="{2A8DBF01-6996-BA39-4821-6513FFE221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96302" y="2654552"/>
            <a:ext cx="286989" cy="286989"/>
          </a:xfrm>
          <a:prstGeom prst="rect">
            <a:avLst/>
          </a:prstGeom>
        </p:spPr>
      </p:pic>
      <p:pic>
        <p:nvPicPr>
          <p:cNvPr id="95" name="Graphic 94" descr="Upload outline">
            <a:extLst>
              <a:ext uri="{FF2B5EF4-FFF2-40B4-BE49-F238E27FC236}">
                <a16:creationId xmlns:a16="http://schemas.microsoft.com/office/drawing/2014/main" id="{ED0288B5-2FD9-DE9B-5628-9FFA5656CA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09416" y="3620476"/>
            <a:ext cx="286989" cy="286989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1C451A17-0622-C66E-FB48-E9664D25AC5F}"/>
              </a:ext>
            </a:extLst>
          </p:cNvPr>
          <p:cNvSpPr txBox="1"/>
          <p:nvPr/>
        </p:nvSpPr>
        <p:spPr>
          <a:xfrm>
            <a:off x="5731427" y="4138603"/>
            <a:ext cx="24282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u="sng" dirty="0">
                <a:solidFill>
                  <a:srgbClr val="FF3986"/>
                </a:solidFill>
              </a:rPr>
              <a:t>*Click here to download a demo excel format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03F5712-FEF2-4F23-F742-2A501EDDDC57}"/>
              </a:ext>
            </a:extLst>
          </p:cNvPr>
          <p:cNvSpPr txBox="1"/>
          <p:nvPr/>
        </p:nvSpPr>
        <p:spPr>
          <a:xfrm>
            <a:off x="5686171" y="1205397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D0FEC38B-87C1-E7C6-D93B-C3BE8764AFF7}"/>
              </a:ext>
            </a:extLst>
          </p:cNvPr>
          <p:cNvSpPr/>
          <p:nvPr/>
        </p:nvSpPr>
        <p:spPr>
          <a:xfrm>
            <a:off x="6052308" y="4711314"/>
            <a:ext cx="1651721" cy="503942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23409B-7646-B4FB-4E89-2C1FC62FCEA6}"/>
              </a:ext>
            </a:extLst>
          </p:cNvPr>
          <p:cNvGrpSpPr/>
          <p:nvPr/>
        </p:nvGrpSpPr>
        <p:grpSpPr>
          <a:xfrm>
            <a:off x="8860232" y="185627"/>
            <a:ext cx="3203557" cy="6407518"/>
            <a:chOff x="1477459" y="279729"/>
            <a:chExt cx="3203557" cy="64075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AE8D875-39E8-DAA1-B8F5-23B1299E4E74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D053AC3-37DF-6BCB-E76A-B6B12FF871A9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C1498AB4-5E53-CEF0-B370-F5DB13A0393C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585186E1-02F6-A148-76A2-1A9F0D3783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Rounded Rectangle 55">
                  <a:extLst>
                    <a:ext uri="{FF2B5EF4-FFF2-40B4-BE49-F238E27FC236}">
                      <a16:creationId xmlns:a16="http://schemas.microsoft.com/office/drawing/2014/main" id="{DFB8EA92-96D6-3665-AD2C-231208925DA4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92037B-D4D5-0D95-A2D1-752F638CD358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183C89-A493-14E0-DD82-8A745F264286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67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Home</a:t>
                </a:r>
                <a:r>
                  <a:rPr lang="en-US" dirty="0"/>
                  <a:t>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Manage School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Profile</a:t>
                </a:r>
                <a:endParaRPr lang="en-IN" dirty="0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DACCAD1-9477-5679-D463-FAF40FEF6A40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6EAB93D3-B509-2BEC-E3DE-5214E6FED2BC}"/>
                  </a:ext>
                </a:extLst>
              </p:cNvPr>
              <p:cNvCxnSpPr/>
              <p:nvPr/>
            </p:nvCxnSpPr>
            <p:spPr>
              <a:xfrm>
                <a:off x="6002691" y="3100672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7E6B6C8-652E-F6A1-0228-D5907D5707BE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7AE72A1-A183-0415-9549-5CE0968CC2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697FAEA-670B-4E20-7C21-7AE0BE776A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40750A6-F4CC-2AE1-69D9-51247A972FC6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43396E-6A22-50A3-6EF5-37FB4156242C}"/>
                </a:ext>
              </a:extLst>
            </p:cNvPr>
            <p:cNvSpPr txBox="1"/>
            <p:nvPr/>
          </p:nvSpPr>
          <p:spPr>
            <a:xfrm>
              <a:off x="2159935" y="1377044"/>
              <a:ext cx="1902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Admin Full Name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0ED8575-78CC-A411-497A-B1F77094E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  <a:ext uri="{837473B0-CC2E-450A-ABE3-18F120FF3D39}">
                  <a1611:picAttrSrcUrl xmlns:a1611="http://schemas.microsoft.com/office/drawing/2016/11/main" r:id="rId12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9426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29049812-7B21-F28C-40FD-008CF17278A5}"/>
              </a:ext>
            </a:extLst>
          </p:cNvPr>
          <p:cNvSpPr txBox="1"/>
          <p:nvPr/>
        </p:nvSpPr>
        <p:spPr>
          <a:xfrm>
            <a:off x="2273499" y="1752741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B812F5-E2A4-DA18-0C8E-A2029762976B}"/>
              </a:ext>
            </a:extLst>
          </p:cNvPr>
          <p:cNvSpPr txBox="1"/>
          <p:nvPr/>
        </p:nvSpPr>
        <p:spPr>
          <a:xfrm>
            <a:off x="5849455" y="1777979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76341DE-C507-E653-2E3A-D0535A057384}"/>
              </a:ext>
            </a:extLst>
          </p:cNvPr>
          <p:cNvGrpSpPr/>
          <p:nvPr/>
        </p:nvGrpSpPr>
        <p:grpSpPr>
          <a:xfrm>
            <a:off x="5468128" y="160808"/>
            <a:ext cx="3203557" cy="6407518"/>
            <a:chOff x="8666331" y="315797"/>
            <a:chExt cx="3366722" cy="6858000"/>
          </a:xfrm>
        </p:grpSpPr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F53B937F-B16A-6C97-1C05-EAF10ABE4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254E99AB-7593-FDAC-F7F9-11EE9427E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99026A5-7562-0A99-D99A-7EED3130709F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56" name="Picture 155">
            <a:extLst>
              <a:ext uri="{FF2B5EF4-FFF2-40B4-BE49-F238E27FC236}">
                <a16:creationId xmlns:a16="http://schemas.microsoft.com/office/drawing/2014/main" id="{7646C55D-0DCE-A9FD-83AA-1D1E6CC2D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264" y="487934"/>
            <a:ext cx="833886" cy="833886"/>
          </a:xfrm>
          <a:prstGeom prst="rect">
            <a:avLst/>
          </a:prstGeom>
        </p:spPr>
      </p:pic>
      <p:sp>
        <p:nvSpPr>
          <p:cNvPr id="157" name="Rounded Rectangle 55">
            <a:extLst>
              <a:ext uri="{FF2B5EF4-FFF2-40B4-BE49-F238E27FC236}">
                <a16:creationId xmlns:a16="http://schemas.microsoft.com/office/drawing/2014/main" id="{A2D8EE1E-C5A1-5811-0D35-EA2058DF2935}"/>
              </a:ext>
            </a:extLst>
          </p:cNvPr>
          <p:cNvSpPr/>
          <p:nvPr/>
        </p:nvSpPr>
        <p:spPr>
          <a:xfrm>
            <a:off x="7905617" y="632838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70F2D6B-95AE-60FA-E9D4-B2D7A8A0EA20}"/>
              </a:ext>
            </a:extLst>
          </p:cNvPr>
          <p:cNvSpPr txBox="1"/>
          <p:nvPr/>
        </p:nvSpPr>
        <p:spPr>
          <a:xfrm>
            <a:off x="5860626" y="1176931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2CE6EDE1-58DC-ECCD-053A-6F62CDAD91AE}"/>
              </a:ext>
            </a:extLst>
          </p:cNvPr>
          <p:cNvSpPr/>
          <p:nvPr/>
        </p:nvSpPr>
        <p:spPr>
          <a:xfrm>
            <a:off x="5814004" y="1952991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FEE41F6F-0380-8A85-670B-515E140AD0A9}"/>
              </a:ext>
            </a:extLst>
          </p:cNvPr>
          <p:cNvSpPr/>
          <p:nvPr/>
        </p:nvSpPr>
        <p:spPr>
          <a:xfrm>
            <a:off x="5935378" y="2631053"/>
            <a:ext cx="2321432" cy="486448"/>
          </a:xfrm>
          <a:prstGeom prst="roundRect">
            <a:avLst/>
          </a:prstGeom>
          <a:noFill/>
          <a:ln w="12700">
            <a:solidFill>
              <a:srgbClr val="31D7D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accent6"/>
                </a:solidFill>
              </a:rPr>
              <a:t>Upload Success, click to re-upload</a:t>
            </a:r>
            <a:endParaRPr lang="en-IN" sz="1100" dirty="0">
              <a:solidFill>
                <a:schemeClr val="accent6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0446148-3311-F908-1E23-3FFE3A8D125E}"/>
              </a:ext>
            </a:extLst>
          </p:cNvPr>
          <p:cNvSpPr txBox="1"/>
          <p:nvPr/>
        </p:nvSpPr>
        <p:spPr>
          <a:xfrm>
            <a:off x="5896835" y="2365744"/>
            <a:ext cx="1390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Teachers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51B92D8-1E7D-576A-1F41-2964F7EA02A7}"/>
              </a:ext>
            </a:extLst>
          </p:cNvPr>
          <p:cNvSpPr txBox="1"/>
          <p:nvPr/>
        </p:nvSpPr>
        <p:spPr>
          <a:xfrm>
            <a:off x="5879486" y="3348828"/>
            <a:ext cx="2046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Parents &amp; Students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F8F66F3C-9AFF-47D0-5D2D-C4C7235E8346}"/>
              </a:ext>
            </a:extLst>
          </p:cNvPr>
          <p:cNvSpPr/>
          <p:nvPr/>
        </p:nvSpPr>
        <p:spPr>
          <a:xfrm>
            <a:off x="5935377" y="3625736"/>
            <a:ext cx="2321432" cy="456450"/>
          </a:xfrm>
          <a:prstGeom prst="roundRect">
            <a:avLst/>
          </a:prstGeom>
          <a:noFill/>
          <a:ln w="12700">
            <a:solidFill>
              <a:srgbClr val="31D7D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accent6"/>
                </a:solidFill>
              </a:rPr>
              <a:t>Upload Success, click to re-</a:t>
            </a:r>
          </a:p>
          <a:p>
            <a:r>
              <a:rPr lang="en-US" sz="1100" dirty="0">
                <a:solidFill>
                  <a:schemeClr val="accent6"/>
                </a:solidFill>
              </a:rPr>
              <a:t>upload</a:t>
            </a:r>
            <a:endParaRPr lang="en-IN" sz="1100" dirty="0">
              <a:solidFill>
                <a:schemeClr val="accent6"/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FEA238E-5CF7-57DF-F6D8-8477890EF0FB}"/>
              </a:ext>
            </a:extLst>
          </p:cNvPr>
          <p:cNvSpPr txBox="1"/>
          <p:nvPr/>
        </p:nvSpPr>
        <p:spPr>
          <a:xfrm>
            <a:off x="5891832" y="4188330"/>
            <a:ext cx="24282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u="sng" dirty="0">
                <a:solidFill>
                  <a:srgbClr val="FF3986"/>
                </a:solidFill>
              </a:rPr>
              <a:t>*Click here to download a demo excel format</a:t>
            </a: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06FE34EA-E028-6E16-A9FE-F44BD41FDB75}"/>
              </a:ext>
            </a:extLst>
          </p:cNvPr>
          <p:cNvSpPr/>
          <p:nvPr/>
        </p:nvSpPr>
        <p:spPr>
          <a:xfrm>
            <a:off x="6280113" y="4666397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EC1037D5-025A-52E3-296F-41EC25738C0E}"/>
              </a:ext>
            </a:extLst>
          </p:cNvPr>
          <p:cNvGrpSpPr/>
          <p:nvPr/>
        </p:nvGrpSpPr>
        <p:grpSpPr>
          <a:xfrm>
            <a:off x="7818311" y="3705604"/>
            <a:ext cx="359947" cy="310565"/>
            <a:chOff x="12026236" y="3145507"/>
            <a:chExt cx="359947" cy="310565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2CFFAEFF-D1BB-7DD5-A56C-8AE548653311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E7BA4D8C-0AEE-D000-9F1A-D4D6DA9E0F2D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4FA6BC53-81A5-1CB7-D767-4C2350D3B6CD}"/>
              </a:ext>
            </a:extLst>
          </p:cNvPr>
          <p:cNvGrpSpPr/>
          <p:nvPr/>
        </p:nvGrpSpPr>
        <p:grpSpPr>
          <a:xfrm>
            <a:off x="7805720" y="2728922"/>
            <a:ext cx="359947" cy="310565"/>
            <a:chOff x="12026236" y="3145507"/>
            <a:chExt cx="359947" cy="310565"/>
          </a:xfrm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166B0B5-42D3-0AE9-C381-2F3D42673E84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5F0111E-5ECC-EFF6-2800-10DB883C38A1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68597D2-3ADF-7502-151D-1C684735ED89}"/>
              </a:ext>
            </a:extLst>
          </p:cNvPr>
          <p:cNvGrpSpPr/>
          <p:nvPr/>
        </p:nvGrpSpPr>
        <p:grpSpPr>
          <a:xfrm>
            <a:off x="1881001" y="145069"/>
            <a:ext cx="3203557" cy="6407518"/>
            <a:chOff x="8666331" y="315797"/>
            <a:chExt cx="3366722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DF5FD8-9C23-2CDF-07BE-FD9ADE4F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B63325E-66D7-4C4E-25D5-B83EF6667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D309D8-4C98-2C5D-F683-3260F5D35B71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928963C-AAC5-5A14-D312-91286E322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137" y="472195"/>
            <a:ext cx="833886" cy="833886"/>
          </a:xfrm>
          <a:prstGeom prst="rect">
            <a:avLst/>
          </a:prstGeom>
        </p:spPr>
      </p:pic>
      <p:sp>
        <p:nvSpPr>
          <p:cNvPr id="9" name="Rounded Rectangle 55">
            <a:extLst>
              <a:ext uri="{FF2B5EF4-FFF2-40B4-BE49-F238E27FC236}">
                <a16:creationId xmlns:a16="http://schemas.microsoft.com/office/drawing/2014/main" id="{8EBF1BDA-D897-8CE4-1A9C-98ECBF9997C8}"/>
              </a:ext>
            </a:extLst>
          </p:cNvPr>
          <p:cNvSpPr/>
          <p:nvPr/>
        </p:nvSpPr>
        <p:spPr>
          <a:xfrm>
            <a:off x="4318490" y="61709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AB19E8-EB27-CDE8-5F0F-1BC427EC59E6}"/>
              </a:ext>
            </a:extLst>
          </p:cNvPr>
          <p:cNvSpPr txBox="1"/>
          <p:nvPr/>
        </p:nvSpPr>
        <p:spPr>
          <a:xfrm>
            <a:off x="2273499" y="116119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ED275A-8101-E2D3-3FE7-AADFF595CA42}"/>
              </a:ext>
            </a:extLst>
          </p:cNvPr>
          <p:cNvSpPr/>
          <p:nvPr/>
        </p:nvSpPr>
        <p:spPr>
          <a:xfrm>
            <a:off x="2226877" y="193725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5B612D5-7151-17AA-60B1-871F6F3C615D}"/>
              </a:ext>
            </a:extLst>
          </p:cNvPr>
          <p:cNvSpPr/>
          <p:nvPr/>
        </p:nvSpPr>
        <p:spPr>
          <a:xfrm>
            <a:off x="2348251" y="2615314"/>
            <a:ext cx="2321432" cy="486448"/>
          </a:xfrm>
          <a:prstGeom prst="roundRect">
            <a:avLst/>
          </a:prstGeom>
          <a:noFill/>
          <a:ln w="12700"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accent6"/>
                </a:solidFill>
              </a:rPr>
              <a:t>Upload Success, click to re-upload</a:t>
            </a:r>
            <a:endParaRPr lang="en-IN" sz="1100" dirty="0">
              <a:solidFill>
                <a:schemeClr val="accent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0B0FD0-0890-94D4-A6BD-8BEAB281E33A}"/>
              </a:ext>
            </a:extLst>
          </p:cNvPr>
          <p:cNvSpPr txBox="1"/>
          <p:nvPr/>
        </p:nvSpPr>
        <p:spPr>
          <a:xfrm>
            <a:off x="2329372" y="2330341"/>
            <a:ext cx="1390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Teachers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8AF2EA-53EA-62A6-6344-39E681FBA506}"/>
              </a:ext>
            </a:extLst>
          </p:cNvPr>
          <p:cNvSpPr txBox="1"/>
          <p:nvPr/>
        </p:nvSpPr>
        <p:spPr>
          <a:xfrm>
            <a:off x="2321855" y="3333089"/>
            <a:ext cx="2046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Add Parents &amp; Students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B5365C-907C-8E5F-9215-5DE795696A55}"/>
              </a:ext>
            </a:extLst>
          </p:cNvPr>
          <p:cNvSpPr/>
          <p:nvPr/>
        </p:nvSpPr>
        <p:spPr>
          <a:xfrm>
            <a:off x="2318753" y="3609997"/>
            <a:ext cx="2350929" cy="45645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rgbClr val="FF0000"/>
                </a:solidFill>
              </a:rPr>
              <a:t>Upload failed, click to re-</a:t>
            </a:r>
          </a:p>
          <a:p>
            <a:r>
              <a:rPr lang="en-US" sz="1100" dirty="0">
                <a:solidFill>
                  <a:srgbClr val="FF0000"/>
                </a:solidFill>
              </a:rPr>
              <a:t>upload</a:t>
            </a:r>
            <a:endParaRPr lang="en-IN" sz="11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EDE397-CAE4-FC9E-6023-BB7EEBBA060E}"/>
              </a:ext>
            </a:extLst>
          </p:cNvPr>
          <p:cNvSpPr txBox="1"/>
          <p:nvPr/>
        </p:nvSpPr>
        <p:spPr>
          <a:xfrm>
            <a:off x="2304705" y="4172591"/>
            <a:ext cx="24282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u="sng" dirty="0">
                <a:solidFill>
                  <a:srgbClr val="FF3986"/>
                </a:solidFill>
              </a:rPr>
              <a:t>*Click here to download a demo excel format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221997-5062-15E6-8AF0-DC258AF930F9}"/>
              </a:ext>
            </a:extLst>
          </p:cNvPr>
          <p:cNvSpPr/>
          <p:nvPr/>
        </p:nvSpPr>
        <p:spPr>
          <a:xfrm>
            <a:off x="2692986" y="4650658"/>
            <a:ext cx="1651721" cy="503942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998C7C2-1ADC-C3E5-8F6F-DF07B69205E5}"/>
              </a:ext>
            </a:extLst>
          </p:cNvPr>
          <p:cNvGrpSpPr/>
          <p:nvPr/>
        </p:nvGrpSpPr>
        <p:grpSpPr>
          <a:xfrm>
            <a:off x="4245246" y="3682234"/>
            <a:ext cx="359947" cy="338554"/>
            <a:chOff x="12045900" y="3145507"/>
            <a:chExt cx="359947" cy="338554"/>
          </a:xfrm>
          <a:noFill/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064B8D-9FDA-261A-8441-1F150ABF29F4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705D20-5D6B-6AF5-1CA6-50672CEF9566}"/>
                </a:ext>
              </a:extLst>
            </p:cNvPr>
            <p:cNvSpPr txBox="1"/>
            <p:nvPr/>
          </p:nvSpPr>
          <p:spPr>
            <a:xfrm>
              <a:off x="12045900" y="3145507"/>
              <a:ext cx="359947" cy="33855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X</a:t>
              </a:r>
              <a:endParaRPr lang="en-IN" sz="1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2D17F3-FD54-CF53-F25A-AC0AF763624A}"/>
              </a:ext>
            </a:extLst>
          </p:cNvPr>
          <p:cNvGrpSpPr/>
          <p:nvPr/>
        </p:nvGrpSpPr>
        <p:grpSpPr>
          <a:xfrm>
            <a:off x="4218593" y="2713183"/>
            <a:ext cx="359947" cy="310565"/>
            <a:chOff x="12026236" y="3145507"/>
            <a:chExt cx="359947" cy="31056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EA5CC13-7C6D-E095-ED22-46374E4897F3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5236F2-42B1-C9A6-0426-EBC03B1AF800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DED3F84-736F-7EF8-C5DE-939E1F9B01DE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Home Page Schools Details Upload - Mobile</a:t>
            </a:r>
            <a:endParaRPr lang="en-IN" sz="36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A5F21A7-AEEC-0F27-8CB4-24133A449C2E}"/>
              </a:ext>
            </a:extLst>
          </p:cNvPr>
          <p:cNvSpPr txBox="1"/>
          <p:nvPr/>
        </p:nvSpPr>
        <p:spPr>
          <a:xfrm>
            <a:off x="9321575" y="1762240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14A0109-7097-C86D-3575-D6C9CD0667B8}"/>
              </a:ext>
            </a:extLst>
          </p:cNvPr>
          <p:cNvGrpSpPr/>
          <p:nvPr/>
        </p:nvGrpSpPr>
        <p:grpSpPr>
          <a:xfrm>
            <a:off x="8940248" y="145069"/>
            <a:ext cx="3203557" cy="6407518"/>
            <a:chOff x="8666331" y="315797"/>
            <a:chExt cx="3366722" cy="6858000"/>
          </a:xfrm>
        </p:grpSpPr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A784B3AB-2418-A2B6-427F-778B4AECF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48DCD35F-B899-A255-CD4D-30C46B34E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2455AF7-F2DE-A31C-50D8-E1263E2349CD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39" name="Picture 138">
            <a:extLst>
              <a:ext uri="{FF2B5EF4-FFF2-40B4-BE49-F238E27FC236}">
                <a16:creationId xmlns:a16="http://schemas.microsoft.com/office/drawing/2014/main" id="{72358562-BA62-3631-9D59-DDB82C7FC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384" y="472195"/>
            <a:ext cx="833886" cy="833886"/>
          </a:xfrm>
          <a:prstGeom prst="rect">
            <a:avLst/>
          </a:prstGeom>
        </p:spPr>
      </p:pic>
      <p:sp>
        <p:nvSpPr>
          <p:cNvPr id="140" name="Rounded Rectangle 55">
            <a:extLst>
              <a:ext uri="{FF2B5EF4-FFF2-40B4-BE49-F238E27FC236}">
                <a16:creationId xmlns:a16="http://schemas.microsoft.com/office/drawing/2014/main" id="{AC293C46-5B3E-AEB9-56C1-9924E6A77B8F}"/>
              </a:ext>
            </a:extLst>
          </p:cNvPr>
          <p:cNvSpPr/>
          <p:nvPr/>
        </p:nvSpPr>
        <p:spPr>
          <a:xfrm>
            <a:off x="11377737" y="61709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E25265C-3445-62A5-AB2E-BDEB11F1F55D}"/>
              </a:ext>
            </a:extLst>
          </p:cNvPr>
          <p:cNvSpPr txBox="1"/>
          <p:nvPr/>
        </p:nvSpPr>
        <p:spPr>
          <a:xfrm>
            <a:off x="9332746" y="116119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8DA8A28B-0A71-26E1-A7D2-26705B5484CA}"/>
              </a:ext>
            </a:extLst>
          </p:cNvPr>
          <p:cNvSpPr/>
          <p:nvPr/>
        </p:nvSpPr>
        <p:spPr>
          <a:xfrm>
            <a:off x="9286124" y="193725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B05B172-31DF-228E-5EC0-4192CB3182D3}"/>
              </a:ext>
            </a:extLst>
          </p:cNvPr>
          <p:cNvSpPr txBox="1"/>
          <p:nvPr/>
        </p:nvSpPr>
        <p:spPr>
          <a:xfrm>
            <a:off x="9278384" y="2281181"/>
            <a:ext cx="2551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Registration is under process… 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BF8AB15-0CF3-EAC1-5EEF-462D2C31475E}"/>
              </a:ext>
            </a:extLst>
          </p:cNvPr>
          <p:cNvSpPr txBox="1"/>
          <p:nvPr/>
        </p:nvSpPr>
        <p:spPr>
          <a:xfrm>
            <a:off x="9550534" y="4108699"/>
            <a:ext cx="1999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3986"/>
                </a:solidFill>
              </a:rPr>
              <a:t>Do not close or go back</a:t>
            </a:r>
          </a:p>
        </p:txBody>
      </p:sp>
      <p:pic>
        <p:nvPicPr>
          <p:cNvPr id="145" name="Picture 2" descr="New Loading Spinner Component · shadcn-ui ui · Discussion #1694 · GitHub">
            <a:extLst>
              <a:ext uri="{FF2B5EF4-FFF2-40B4-BE49-F238E27FC236}">
                <a16:creationId xmlns:a16="http://schemas.microsoft.com/office/drawing/2014/main" id="{11A15F16-9B40-B2B7-9AAE-130802B64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525" y="2922354"/>
            <a:ext cx="852948" cy="85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851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B1BEA7-BBB5-4CAB-E7CD-96D07ECB2DE4}"/>
              </a:ext>
            </a:extLst>
          </p:cNvPr>
          <p:cNvSpPr txBox="1"/>
          <p:nvPr/>
        </p:nvSpPr>
        <p:spPr>
          <a:xfrm>
            <a:off x="5816420" y="1792350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E41DC4-4589-4678-2C0E-34BFE24C0009}"/>
              </a:ext>
            </a:extLst>
          </p:cNvPr>
          <p:cNvGrpSpPr/>
          <p:nvPr/>
        </p:nvGrpSpPr>
        <p:grpSpPr>
          <a:xfrm>
            <a:off x="5435093" y="175179"/>
            <a:ext cx="3203557" cy="6407518"/>
            <a:chOff x="8666331" y="315797"/>
            <a:chExt cx="3366722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470BED1-70EC-C22B-476E-85CA61076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9E615CE-62C3-601B-2C53-C73F0E139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AEA55D9-63D3-2B26-6375-EE733EEB2461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9AA93CE-ED3F-417F-CE65-7FA0CC3F6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29" y="502305"/>
            <a:ext cx="833886" cy="833886"/>
          </a:xfrm>
          <a:prstGeom prst="rect">
            <a:avLst/>
          </a:prstGeom>
        </p:spPr>
      </p:pic>
      <p:sp>
        <p:nvSpPr>
          <p:cNvPr id="11" name="Rounded Rectangle 55">
            <a:extLst>
              <a:ext uri="{FF2B5EF4-FFF2-40B4-BE49-F238E27FC236}">
                <a16:creationId xmlns:a16="http://schemas.microsoft.com/office/drawing/2014/main" id="{FDEAD762-FCE2-4374-631D-8E9947C249CE}"/>
              </a:ext>
            </a:extLst>
          </p:cNvPr>
          <p:cNvSpPr/>
          <p:nvPr/>
        </p:nvSpPr>
        <p:spPr>
          <a:xfrm>
            <a:off x="7872582" y="64720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E7CF4D-468D-A2CE-6B18-C6689367A9A8}"/>
              </a:ext>
            </a:extLst>
          </p:cNvPr>
          <p:cNvSpPr txBox="1"/>
          <p:nvPr/>
        </p:nvSpPr>
        <p:spPr>
          <a:xfrm>
            <a:off x="5827591" y="119130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716AFF-3198-BA31-A532-5AE137860638}"/>
              </a:ext>
            </a:extLst>
          </p:cNvPr>
          <p:cNvSpPr/>
          <p:nvPr/>
        </p:nvSpPr>
        <p:spPr>
          <a:xfrm>
            <a:off x="5780969" y="196736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2B75E8-2FCC-B88C-0A8A-9526BDBB75D0}"/>
              </a:ext>
            </a:extLst>
          </p:cNvPr>
          <p:cNvSpPr txBox="1"/>
          <p:nvPr/>
        </p:nvSpPr>
        <p:spPr>
          <a:xfrm>
            <a:off x="6224879" y="2388759"/>
            <a:ext cx="2004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Registration Complete!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689D2D-53BD-74F2-FB60-DCC45AB6CCBA}"/>
              </a:ext>
            </a:extLst>
          </p:cNvPr>
          <p:cNvSpPr/>
          <p:nvPr/>
        </p:nvSpPr>
        <p:spPr>
          <a:xfrm>
            <a:off x="6190172" y="4663219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</a:t>
            </a:r>
            <a:endParaRPr lang="en-IN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25F1A0-002E-69E0-70B8-A2F5ECF6E458}"/>
              </a:ext>
            </a:extLst>
          </p:cNvPr>
          <p:cNvSpPr txBox="1"/>
          <p:nvPr/>
        </p:nvSpPr>
        <p:spPr>
          <a:xfrm>
            <a:off x="6016164" y="2934449"/>
            <a:ext cx="1999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3986"/>
                </a:solidFill>
              </a:rPr>
              <a:t>Download the setup credentials below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73487F8-C70E-7E38-DCBE-FDD6D989F3B5}"/>
              </a:ext>
            </a:extLst>
          </p:cNvPr>
          <p:cNvSpPr/>
          <p:nvPr/>
        </p:nvSpPr>
        <p:spPr>
          <a:xfrm>
            <a:off x="5872846" y="3855474"/>
            <a:ext cx="232364" cy="233366"/>
          </a:xfrm>
          <a:prstGeom prst="roundRect">
            <a:avLst/>
          </a:prstGeom>
          <a:noFill/>
          <a:ln>
            <a:solidFill>
              <a:srgbClr val="31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EB1FD9-3B43-044F-7A2C-F0A449A3B8F7}"/>
              </a:ext>
            </a:extLst>
          </p:cNvPr>
          <p:cNvSpPr txBox="1"/>
          <p:nvPr/>
        </p:nvSpPr>
        <p:spPr>
          <a:xfrm>
            <a:off x="6105210" y="3776929"/>
            <a:ext cx="2204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By clicking </a:t>
            </a:r>
            <a:r>
              <a:rPr lang="en-IN" sz="1050" dirty="0">
                <a:solidFill>
                  <a:srgbClr val="FF3986"/>
                </a:solidFill>
              </a:rPr>
              <a:t>Download</a:t>
            </a:r>
            <a:r>
              <a:rPr lang="en-IN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the school agrees to take full responsibility of security and </a:t>
            </a:r>
            <a:r>
              <a:rPr lang="en-US" sz="1050" dirty="0"/>
              <a:t>distribution of the setup codes.</a:t>
            </a:r>
            <a:endParaRPr lang="en-IN" sz="105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1445FC-1D60-D7C4-65C6-7A0E70D219B6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Schools Details Upload Success - Mobile</a:t>
            </a:r>
            <a:endParaRPr lang="en-IN" sz="3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B89A2E-5798-F909-C03A-44C2CF9BFDBC}"/>
              </a:ext>
            </a:extLst>
          </p:cNvPr>
          <p:cNvSpPr txBox="1"/>
          <p:nvPr/>
        </p:nvSpPr>
        <p:spPr>
          <a:xfrm>
            <a:off x="2298212" y="1792350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FAB388-1B19-69EE-2908-FD56EE7EA858}"/>
              </a:ext>
            </a:extLst>
          </p:cNvPr>
          <p:cNvGrpSpPr/>
          <p:nvPr/>
        </p:nvGrpSpPr>
        <p:grpSpPr>
          <a:xfrm>
            <a:off x="1916885" y="175179"/>
            <a:ext cx="3203557" cy="6407518"/>
            <a:chOff x="8666331" y="315797"/>
            <a:chExt cx="3366722" cy="68580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8AE9FD9-E215-0E52-AA75-7FD146C40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193338D-0EAB-68D6-5FCF-F6DCC63ED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29E83EE-3FBB-8314-586E-2A6674A83B1C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6AFA436-56CD-7142-2882-24712D75B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021" y="502305"/>
            <a:ext cx="833886" cy="833886"/>
          </a:xfrm>
          <a:prstGeom prst="rect">
            <a:avLst/>
          </a:prstGeom>
        </p:spPr>
      </p:pic>
      <p:sp>
        <p:nvSpPr>
          <p:cNvPr id="30" name="Rounded Rectangle 55">
            <a:extLst>
              <a:ext uri="{FF2B5EF4-FFF2-40B4-BE49-F238E27FC236}">
                <a16:creationId xmlns:a16="http://schemas.microsoft.com/office/drawing/2014/main" id="{74AAD94E-9B61-0F24-CBE2-EF5733973178}"/>
              </a:ext>
            </a:extLst>
          </p:cNvPr>
          <p:cNvSpPr/>
          <p:nvPr/>
        </p:nvSpPr>
        <p:spPr>
          <a:xfrm>
            <a:off x="4354374" y="64720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8DCCC9-6AC2-1263-BBB6-B0217CC917B9}"/>
              </a:ext>
            </a:extLst>
          </p:cNvPr>
          <p:cNvSpPr txBox="1"/>
          <p:nvPr/>
        </p:nvSpPr>
        <p:spPr>
          <a:xfrm>
            <a:off x="2309383" y="119130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30F5F5F-C3D5-EA4B-5815-2123A6892F90}"/>
              </a:ext>
            </a:extLst>
          </p:cNvPr>
          <p:cNvSpPr/>
          <p:nvPr/>
        </p:nvSpPr>
        <p:spPr>
          <a:xfrm>
            <a:off x="2262761" y="196736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8564676-3AB3-77A9-2804-83AD3DFF9B67}"/>
              </a:ext>
            </a:extLst>
          </p:cNvPr>
          <p:cNvSpPr/>
          <p:nvPr/>
        </p:nvSpPr>
        <p:spPr>
          <a:xfrm>
            <a:off x="2671964" y="4663219"/>
            <a:ext cx="1651721" cy="503942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</a:t>
            </a:r>
            <a:endParaRPr lang="en-IN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89267-78AA-6505-49AF-686A63BF69A3}"/>
              </a:ext>
            </a:extLst>
          </p:cNvPr>
          <p:cNvSpPr txBox="1"/>
          <p:nvPr/>
        </p:nvSpPr>
        <p:spPr>
          <a:xfrm>
            <a:off x="2497956" y="2934449"/>
            <a:ext cx="1999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3986"/>
                </a:solidFill>
              </a:rPr>
              <a:t>Download the setup credentials below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A5CFE7D-4174-C29F-362A-5C4552F1880C}"/>
              </a:ext>
            </a:extLst>
          </p:cNvPr>
          <p:cNvSpPr/>
          <p:nvPr/>
        </p:nvSpPr>
        <p:spPr>
          <a:xfrm>
            <a:off x="2354638" y="3855474"/>
            <a:ext cx="232364" cy="233366"/>
          </a:xfrm>
          <a:prstGeom prst="roundRect">
            <a:avLst/>
          </a:prstGeom>
          <a:noFill/>
          <a:ln>
            <a:solidFill>
              <a:srgbClr val="31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591BD5-79BC-371A-3C6C-2F4F7D90115E}"/>
              </a:ext>
            </a:extLst>
          </p:cNvPr>
          <p:cNvSpPr txBox="1"/>
          <p:nvPr/>
        </p:nvSpPr>
        <p:spPr>
          <a:xfrm>
            <a:off x="2587002" y="3776929"/>
            <a:ext cx="2204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By clicking </a:t>
            </a:r>
            <a:r>
              <a:rPr lang="en-IN" sz="1050" dirty="0">
                <a:solidFill>
                  <a:srgbClr val="FF3986"/>
                </a:solidFill>
              </a:rPr>
              <a:t>Download</a:t>
            </a:r>
            <a:r>
              <a:rPr lang="en-IN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the school agrees to take full responsibility of security and </a:t>
            </a:r>
            <a:r>
              <a:rPr lang="en-US" sz="1050" dirty="0"/>
              <a:t>distribution of the setup codes.</a:t>
            </a:r>
            <a:endParaRPr lang="en-IN" sz="105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B91F76-5F8C-6C75-4402-7674F525D563}"/>
              </a:ext>
            </a:extLst>
          </p:cNvPr>
          <p:cNvSpPr txBox="1"/>
          <p:nvPr/>
        </p:nvSpPr>
        <p:spPr>
          <a:xfrm>
            <a:off x="5816420" y="3792133"/>
            <a:ext cx="324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✔</a:t>
            </a:r>
            <a:endParaRPr lang="en-IN" sz="1800" dirty="0">
              <a:solidFill>
                <a:schemeClr val="accent6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9AF1CF-B6F3-6019-26D7-25DEE6087388}"/>
              </a:ext>
            </a:extLst>
          </p:cNvPr>
          <p:cNvSpPr txBox="1"/>
          <p:nvPr/>
        </p:nvSpPr>
        <p:spPr>
          <a:xfrm>
            <a:off x="9206809" y="1792350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3B5F0EF-15AA-4259-9BE7-F8F72869CA7F}"/>
              </a:ext>
            </a:extLst>
          </p:cNvPr>
          <p:cNvGrpSpPr/>
          <p:nvPr/>
        </p:nvGrpSpPr>
        <p:grpSpPr>
          <a:xfrm>
            <a:off x="8825482" y="175179"/>
            <a:ext cx="3203557" cy="6407518"/>
            <a:chOff x="8666331" y="315797"/>
            <a:chExt cx="3366722" cy="6858000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709071C-FF01-6F43-B529-514FFAC7C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2FB50E1-8215-6481-0AA9-0101DB03D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9B85871-852F-FC4B-698B-4D1F1E455BE0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0438114A-A5B7-1BCF-95BE-7DF3B4151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618" y="502305"/>
            <a:ext cx="833886" cy="833886"/>
          </a:xfrm>
          <a:prstGeom prst="rect">
            <a:avLst/>
          </a:prstGeom>
        </p:spPr>
      </p:pic>
      <p:sp>
        <p:nvSpPr>
          <p:cNvPr id="46" name="Rounded Rectangle 55">
            <a:extLst>
              <a:ext uri="{FF2B5EF4-FFF2-40B4-BE49-F238E27FC236}">
                <a16:creationId xmlns:a16="http://schemas.microsoft.com/office/drawing/2014/main" id="{70300399-CAB1-8A07-6A66-C691EEF490E6}"/>
              </a:ext>
            </a:extLst>
          </p:cNvPr>
          <p:cNvSpPr/>
          <p:nvPr/>
        </p:nvSpPr>
        <p:spPr>
          <a:xfrm>
            <a:off x="11262971" y="64720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09959B-2B81-D73C-E236-C0437E14B6D6}"/>
              </a:ext>
            </a:extLst>
          </p:cNvPr>
          <p:cNvSpPr txBox="1"/>
          <p:nvPr/>
        </p:nvSpPr>
        <p:spPr>
          <a:xfrm>
            <a:off x="9217980" y="119130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B9B4CB5-3E15-336C-83B8-0160E3CE92A9}"/>
              </a:ext>
            </a:extLst>
          </p:cNvPr>
          <p:cNvSpPr/>
          <p:nvPr/>
        </p:nvSpPr>
        <p:spPr>
          <a:xfrm>
            <a:off x="9171358" y="196736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54E50268-F2E2-7FE6-7FA6-B0CCF2C11CFE}"/>
              </a:ext>
            </a:extLst>
          </p:cNvPr>
          <p:cNvSpPr/>
          <p:nvPr/>
        </p:nvSpPr>
        <p:spPr>
          <a:xfrm>
            <a:off x="9580561" y="4663219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Close</a:t>
            </a:r>
            <a:endParaRPr lang="en-IN" sz="12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918EB56-60EA-7C24-23D5-D0F02E4BAB19}"/>
              </a:ext>
            </a:extLst>
          </p:cNvPr>
          <p:cNvSpPr txBox="1"/>
          <p:nvPr/>
        </p:nvSpPr>
        <p:spPr>
          <a:xfrm>
            <a:off x="9406553" y="2934449"/>
            <a:ext cx="1999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3986"/>
                </a:solidFill>
              </a:rPr>
              <a:t>Send the details to parents and teachers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EFB6BF-5D7E-7883-1AC4-2D9E73C4D4DC}"/>
              </a:ext>
            </a:extLst>
          </p:cNvPr>
          <p:cNvGrpSpPr/>
          <p:nvPr/>
        </p:nvGrpSpPr>
        <p:grpSpPr>
          <a:xfrm>
            <a:off x="5956953" y="2403021"/>
            <a:ext cx="359947" cy="310565"/>
            <a:chOff x="12026236" y="3145507"/>
            <a:chExt cx="359947" cy="31056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0A84BDA-5C71-7E63-BC8E-339C5E065642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239461A-3739-ED07-497D-9A11F1FD1E66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16D8AB7-02D3-50D8-5B77-FD42B4C579E2}"/>
              </a:ext>
            </a:extLst>
          </p:cNvPr>
          <p:cNvSpPr txBox="1"/>
          <p:nvPr/>
        </p:nvSpPr>
        <p:spPr>
          <a:xfrm>
            <a:off x="2737284" y="2391826"/>
            <a:ext cx="2004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Registration Complete!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414738-DA7F-9A19-542D-65EC6AADA3FC}"/>
              </a:ext>
            </a:extLst>
          </p:cNvPr>
          <p:cNvGrpSpPr/>
          <p:nvPr/>
        </p:nvGrpSpPr>
        <p:grpSpPr>
          <a:xfrm>
            <a:off x="2469358" y="2406088"/>
            <a:ext cx="359947" cy="310565"/>
            <a:chOff x="12026236" y="3145507"/>
            <a:chExt cx="359947" cy="31056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8DBAEBD-0A9B-5C8C-286C-F7E30A87DCE5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60FD456-F5EE-8DD0-2214-A962E52415B6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C11D0F3-D6F3-545A-1971-BF8A08BE4261}"/>
              </a:ext>
            </a:extLst>
          </p:cNvPr>
          <p:cNvSpPr txBox="1"/>
          <p:nvPr/>
        </p:nvSpPr>
        <p:spPr>
          <a:xfrm>
            <a:off x="9669682" y="2361887"/>
            <a:ext cx="2004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Download Complete!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54EB707-976F-CC4A-6C62-1E758D415EF4}"/>
              </a:ext>
            </a:extLst>
          </p:cNvPr>
          <p:cNvGrpSpPr/>
          <p:nvPr/>
        </p:nvGrpSpPr>
        <p:grpSpPr>
          <a:xfrm>
            <a:off x="9401756" y="2376149"/>
            <a:ext cx="359947" cy="310565"/>
            <a:chOff x="12026236" y="3145507"/>
            <a:chExt cx="359947" cy="31056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5E504A0-E32F-0B26-2488-A6C52735BA56}"/>
                </a:ext>
              </a:extLst>
            </p:cNvPr>
            <p:cNvSpPr/>
            <p:nvPr/>
          </p:nvSpPr>
          <p:spPr>
            <a:xfrm>
              <a:off x="12076031" y="3174790"/>
              <a:ext cx="252000" cy="25200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6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EF0BE12-562A-812A-1682-97C197368AC1}"/>
                </a:ext>
              </a:extLst>
            </p:cNvPr>
            <p:cNvSpPr txBox="1"/>
            <p:nvPr/>
          </p:nvSpPr>
          <p:spPr>
            <a:xfrm>
              <a:off x="12026236" y="3145507"/>
              <a:ext cx="359947" cy="310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0" i="0" dirty="0">
                  <a:solidFill>
                    <a:schemeClr val="accent6"/>
                  </a:solidFill>
                  <a:effectLst/>
                  <a:latin typeface="Arial" panose="020B0604020202020204" pitchFamily="34" charset="0"/>
                </a:rPr>
                <a:t>✔</a:t>
              </a:r>
              <a:endParaRPr lang="en-IN" sz="16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4F662EC-0FE3-776D-AF94-C18D4885ECEC}"/>
              </a:ext>
            </a:extLst>
          </p:cNvPr>
          <p:cNvSpPr txBox="1"/>
          <p:nvPr/>
        </p:nvSpPr>
        <p:spPr>
          <a:xfrm>
            <a:off x="9263235" y="3942116"/>
            <a:ext cx="2359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Didn't receive the file? </a:t>
            </a:r>
            <a:r>
              <a:rPr lang="en-US" sz="1000" dirty="0">
                <a:solidFill>
                  <a:srgbClr val="FF3986"/>
                </a:solidFill>
              </a:rPr>
              <a:t>Click here </a:t>
            </a: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download again</a:t>
            </a:r>
          </a:p>
        </p:txBody>
      </p:sp>
    </p:spTree>
    <p:extLst>
      <p:ext uri="{BB962C8B-B14F-4D97-AF65-F5344CB8AC3E}">
        <p14:creationId xmlns:p14="http://schemas.microsoft.com/office/powerpoint/2010/main" val="3545483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B254-5BB7-3185-AD54-E072E4F1D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6869E1B-48E8-BF47-8667-DBA8CA78DDC0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Schools Details Upload Failure - Mobile</a:t>
            </a:r>
            <a:endParaRPr lang="en-IN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BF6160-C53C-6E11-B0AD-E1795EF4BB36}"/>
              </a:ext>
            </a:extLst>
          </p:cNvPr>
          <p:cNvSpPr txBox="1"/>
          <p:nvPr/>
        </p:nvSpPr>
        <p:spPr>
          <a:xfrm>
            <a:off x="2478323" y="1762240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2F0CA0-585B-B084-B9D0-3C994FCB5BA9}"/>
              </a:ext>
            </a:extLst>
          </p:cNvPr>
          <p:cNvGrpSpPr/>
          <p:nvPr/>
        </p:nvGrpSpPr>
        <p:grpSpPr>
          <a:xfrm>
            <a:off x="2096996" y="145069"/>
            <a:ext cx="3203557" cy="6407518"/>
            <a:chOff x="8666331" y="315797"/>
            <a:chExt cx="3366722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A39441D-7134-C779-E0EB-A696A661F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B6C2B96-BB48-DD8E-E98F-7E6807F2A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FE4A605-4A2F-483E-7DD2-DEA6771660BF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AB4EC40-8F6E-9CF2-D641-760A32BAE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32" y="472195"/>
            <a:ext cx="833886" cy="833886"/>
          </a:xfrm>
          <a:prstGeom prst="rect">
            <a:avLst/>
          </a:prstGeom>
        </p:spPr>
      </p:pic>
      <p:sp>
        <p:nvSpPr>
          <p:cNvPr id="21" name="Rounded Rectangle 55">
            <a:extLst>
              <a:ext uri="{FF2B5EF4-FFF2-40B4-BE49-F238E27FC236}">
                <a16:creationId xmlns:a16="http://schemas.microsoft.com/office/drawing/2014/main" id="{EE749C8F-C836-CD28-19D8-B0E55008A484}"/>
              </a:ext>
            </a:extLst>
          </p:cNvPr>
          <p:cNvSpPr/>
          <p:nvPr/>
        </p:nvSpPr>
        <p:spPr>
          <a:xfrm>
            <a:off x="4534485" y="617099"/>
            <a:ext cx="451677" cy="209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FAABED-D1A3-2B6B-6708-51EF97216E03}"/>
              </a:ext>
            </a:extLst>
          </p:cNvPr>
          <p:cNvSpPr txBox="1"/>
          <p:nvPr/>
        </p:nvSpPr>
        <p:spPr>
          <a:xfrm>
            <a:off x="2489494" y="1161192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D0E6BDE-AEDE-5803-2801-006C75F91EE4}"/>
              </a:ext>
            </a:extLst>
          </p:cNvPr>
          <p:cNvSpPr/>
          <p:nvPr/>
        </p:nvSpPr>
        <p:spPr>
          <a:xfrm>
            <a:off x="2442872" y="1937252"/>
            <a:ext cx="2528556" cy="3464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6C2C0B-565F-B35B-F10C-4A5A3410F4B4}"/>
              </a:ext>
            </a:extLst>
          </p:cNvPr>
          <p:cNvSpPr txBox="1"/>
          <p:nvPr/>
        </p:nvSpPr>
        <p:spPr>
          <a:xfrm>
            <a:off x="2621942" y="2281181"/>
            <a:ext cx="2551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Registration Failed!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7D854D-A8EA-9A42-C18E-98C112F7EA36}"/>
              </a:ext>
            </a:extLst>
          </p:cNvPr>
          <p:cNvSpPr txBox="1"/>
          <p:nvPr/>
        </p:nvSpPr>
        <p:spPr>
          <a:xfrm>
            <a:off x="2749058" y="3104529"/>
            <a:ext cx="1999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3986"/>
                </a:solidFill>
              </a:rPr>
              <a:t>Re-upload the details</a:t>
            </a: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81B08727-FCA0-1CC6-9264-A8C602DDC461}"/>
              </a:ext>
            </a:extLst>
          </p:cNvPr>
          <p:cNvSpPr/>
          <p:nvPr/>
        </p:nvSpPr>
        <p:spPr>
          <a:xfrm>
            <a:off x="2717111" y="2331017"/>
            <a:ext cx="314633" cy="235382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9FDEFC-739B-113B-8919-1A8A871DF196}"/>
              </a:ext>
            </a:extLst>
          </p:cNvPr>
          <p:cNvSpPr txBox="1"/>
          <p:nvPr/>
        </p:nvSpPr>
        <p:spPr>
          <a:xfrm>
            <a:off x="2749058" y="2306668"/>
            <a:ext cx="206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!</a:t>
            </a:r>
            <a:endParaRPr lang="en-IN" sz="1600" b="1" dirty="0">
              <a:solidFill>
                <a:srgbClr val="FF0000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620B891-A19D-FE8A-6AAA-81D084627367}"/>
              </a:ext>
            </a:extLst>
          </p:cNvPr>
          <p:cNvSpPr/>
          <p:nvPr/>
        </p:nvSpPr>
        <p:spPr>
          <a:xfrm>
            <a:off x="2903401" y="4369859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Close</a:t>
            </a:r>
            <a:endParaRPr lang="en-IN" sz="12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3CF7FB4-F437-C958-AFD9-BED333598270}"/>
              </a:ext>
            </a:extLst>
          </p:cNvPr>
          <p:cNvGrpSpPr/>
          <p:nvPr/>
        </p:nvGrpSpPr>
        <p:grpSpPr>
          <a:xfrm>
            <a:off x="5662952" y="145069"/>
            <a:ext cx="3203557" cy="6407518"/>
            <a:chOff x="8666331" y="315797"/>
            <a:chExt cx="3366722" cy="6858000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E68011B-A9C2-0CD1-A7BD-2DB26F417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DC32622-664A-12D6-CEF9-157A965F9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1F32D56-F450-BA0A-9FCB-5DF3BE18BD5E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623A4F63-7647-7302-3097-7B9CB1508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87" y="507139"/>
            <a:ext cx="833886" cy="833886"/>
          </a:xfrm>
          <a:prstGeom prst="rect">
            <a:avLst/>
          </a:prstGeom>
        </p:spPr>
      </p:pic>
      <p:sp>
        <p:nvSpPr>
          <p:cNvPr id="61" name="Rounded Rectangle 55">
            <a:extLst>
              <a:ext uri="{FF2B5EF4-FFF2-40B4-BE49-F238E27FC236}">
                <a16:creationId xmlns:a16="http://schemas.microsoft.com/office/drawing/2014/main" id="{19316F43-DC75-1518-4A6C-70D19C814106}"/>
              </a:ext>
            </a:extLst>
          </p:cNvPr>
          <p:cNvSpPr/>
          <p:nvPr/>
        </p:nvSpPr>
        <p:spPr>
          <a:xfrm>
            <a:off x="8018147" y="658175"/>
            <a:ext cx="484268" cy="1708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AC7AC43-6658-FD09-A826-8FF15443E0FD}"/>
              </a:ext>
            </a:extLst>
          </p:cNvPr>
          <p:cNvSpPr txBox="1"/>
          <p:nvPr/>
        </p:nvSpPr>
        <p:spPr>
          <a:xfrm>
            <a:off x="5987937" y="1691944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69A3DD7D-03A7-78CE-0CC2-6E3CB81B9FF1}"/>
              </a:ext>
            </a:extLst>
          </p:cNvPr>
          <p:cNvSpPr/>
          <p:nvPr/>
        </p:nvSpPr>
        <p:spPr>
          <a:xfrm>
            <a:off x="6420329" y="4652011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Upload</a:t>
            </a:r>
            <a:endParaRPr lang="en-IN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6A70F1A-C580-3583-9305-B811935622E0}"/>
              </a:ext>
            </a:extLst>
          </p:cNvPr>
          <p:cNvSpPr txBox="1"/>
          <p:nvPr/>
        </p:nvSpPr>
        <p:spPr>
          <a:xfrm>
            <a:off x="5987937" y="1217147"/>
            <a:ext cx="170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B973E2B-C972-5921-3BA2-48E5145221BE}"/>
              </a:ext>
            </a:extLst>
          </p:cNvPr>
          <p:cNvSpPr txBox="1"/>
          <p:nvPr/>
        </p:nvSpPr>
        <p:spPr>
          <a:xfrm>
            <a:off x="5987937" y="2232122"/>
            <a:ext cx="214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Upload School details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27270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96B7599-DA2A-2A96-0A8B-723E00558276}"/>
              </a:ext>
            </a:extLst>
          </p:cNvPr>
          <p:cNvGrpSpPr/>
          <p:nvPr/>
        </p:nvGrpSpPr>
        <p:grpSpPr>
          <a:xfrm>
            <a:off x="2161291" y="225241"/>
            <a:ext cx="3203557" cy="6407518"/>
            <a:chOff x="8666331" y="315797"/>
            <a:chExt cx="3366722" cy="6858000"/>
          </a:xfrm>
        </p:grpSpPr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EDB0AA92-3C62-B9B9-7694-3F4646EA5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F79C24F8-94F0-7D0E-B851-C7F179BC2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2719F4C-C2BD-CF76-6A75-F57769038C6E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0" name="Rounded Rectangle 55">
            <a:extLst>
              <a:ext uri="{FF2B5EF4-FFF2-40B4-BE49-F238E27FC236}">
                <a16:creationId xmlns:a16="http://schemas.microsoft.com/office/drawing/2014/main" id="{79A58E09-2225-B5CE-308C-7547C75CB2F2}"/>
              </a:ext>
            </a:extLst>
          </p:cNvPr>
          <p:cNvSpPr/>
          <p:nvPr/>
        </p:nvSpPr>
        <p:spPr>
          <a:xfrm>
            <a:off x="4610707" y="706239"/>
            <a:ext cx="451261" cy="2030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13AE579-4B37-243F-6154-71BCF38E30E2}"/>
              </a:ext>
            </a:extLst>
          </p:cNvPr>
          <p:cNvGrpSpPr/>
          <p:nvPr/>
        </p:nvGrpSpPr>
        <p:grpSpPr>
          <a:xfrm>
            <a:off x="3890035" y="2212726"/>
            <a:ext cx="1018963" cy="967017"/>
            <a:chOff x="1972464" y="1660015"/>
            <a:chExt cx="1061884" cy="1117692"/>
          </a:xfrm>
          <a:solidFill>
            <a:srgbClr val="FF6571"/>
          </a:solidFill>
        </p:grpSpPr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41FAA731-616E-94DB-5C04-712A0B63DA7A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8F27A36-3273-11B8-59FB-5C812B0ADE41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FFB6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9477274-A52E-2B9B-9241-A0929C85C3B0}"/>
              </a:ext>
            </a:extLst>
          </p:cNvPr>
          <p:cNvGrpSpPr/>
          <p:nvPr/>
        </p:nvGrpSpPr>
        <p:grpSpPr>
          <a:xfrm>
            <a:off x="2595548" y="2214021"/>
            <a:ext cx="1018963" cy="967017"/>
            <a:chOff x="1972464" y="1660015"/>
            <a:chExt cx="1061884" cy="1117692"/>
          </a:xfrm>
        </p:grpSpPr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C8F4F24C-A73E-3647-B993-0EAB12EDE8E5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FFB63A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05B3C81-F3A8-2105-2622-98A3179B09D0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24FD439-4D2A-4CA4-5F99-3E8494B2AF49}"/>
              </a:ext>
            </a:extLst>
          </p:cNvPr>
          <p:cNvGrpSpPr/>
          <p:nvPr/>
        </p:nvGrpSpPr>
        <p:grpSpPr>
          <a:xfrm>
            <a:off x="2614096" y="3443350"/>
            <a:ext cx="1018963" cy="967017"/>
            <a:chOff x="1972464" y="1660015"/>
            <a:chExt cx="1061884" cy="1117692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0E4BEA56-9EA9-8D2B-A71B-1630EDDCDD28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B1E5F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63631F9-480D-3596-80A4-CBC129DC1BEC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01CE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F75A64A-E786-B4F7-6A6F-3017F33D67F5}"/>
              </a:ext>
            </a:extLst>
          </p:cNvPr>
          <p:cNvGrpSpPr/>
          <p:nvPr/>
        </p:nvGrpSpPr>
        <p:grpSpPr>
          <a:xfrm>
            <a:off x="3915189" y="3432731"/>
            <a:ext cx="1018963" cy="967017"/>
            <a:chOff x="1972464" y="1660015"/>
            <a:chExt cx="1061884" cy="1117692"/>
          </a:xfrm>
        </p:grpSpPr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DABBC9DE-6EFC-7A37-6A01-121F5724FBA7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78D3CE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8748BCF2-1336-2D5A-8E1D-E6001C57C1BF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868F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87F1332C-6C51-6E74-F81A-720CB47CF6DA}"/>
              </a:ext>
            </a:extLst>
          </p:cNvPr>
          <p:cNvSpPr txBox="1"/>
          <p:nvPr/>
        </p:nvSpPr>
        <p:spPr>
          <a:xfrm>
            <a:off x="2966381" y="2283433"/>
            <a:ext cx="20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C6840BF-27F6-870C-4B2B-9FA51827A7AA}"/>
              </a:ext>
            </a:extLst>
          </p:cNvPr>
          <p:cNvSpPr txBox="1"/>
          <p:nvPr/>
        </p:nvSpPr>
        <p:spPr>
          <a:xfrm>
            <a:off x="4257079" y="2289956"/>
            <a:ext cx="20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9BB8CB4-C727-F4E9-2A8C-F02B56DDB102}"/>
              </a:ext>
            </a:extLst>
          </p:cNvPr>
          <p:cNvSpPr txBox="1"/>
          <p:nvPr/>
        </p:nvSpPr>
        <p:spPr>
          <a:xfrm>
            <a:off x="2978797" y="3518042"/>
            <a:ext cx="20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60F49BF-660D-2257-C2FC-89A35A147C80}"/>
              </a:ext>
            </a:extLst>
          </p:cNvPr>
          <p:cNvSpPr txBox="1"/>
          <p:nvPr/>
        </p:nvSpPr>
        <p:spPr>
          <a:xfrm>
            <a:off x="4275627" y="3503891"/>
            <a:ext cx="20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35A211-B3A8-C5E5-187B-3245EE0218B1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Home </a:t>
            </a:r>
            <a:r>
              <a:rPr lang="en-US" sz="3600"/>
              <a:t>Page School </a:t>
            </a:r>
            <a:r>
              <a:rPr lang="en-US" sz="3600" dirty="0"/>
              <a:t>Details - Mobile</a:t>
            </a:r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41D48C-13CB-D5DA-1A10-1F34B49E1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553" y="544591"/>
            <a:ext cx="833886" cy="833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783622-D330-5A23-7001-48431299E047}"/>
              </a:ext>
            </a:extLst>
          </p:cNvPr>
          <p:cNvSpPr txBox="1"/>
          <p:nvPr/>
        </p:nvSpPr>
        <p:spPr>
          <a:xfrm>
            <a:off x="2511915" y="1805866"/>
            <a:ext cx="1018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6571"/>
                </a:solidFill>
              </a:rPr>
              <a:t>Years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F6293-A813-6E32-B8BF-A14FA7D7146E}"/>
              </a:ext>
            </a:extLst>
          </p:cNvPr>
          <p:cNvSpPr txBox="1"/>
          <p:nvPr/>
        </p:nvSpPr>
        <p:spPr>
          <a:xfrm>
            <a:off x="2511915" y="1233588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0CF34A-6B61-C1E2-8197-F2F07F073D0C}"/>
              </a:ext>
            </a:extLst>
          </p:cNvPr>
          <p:cNvGrpSpPr/>
          <p:nvPr/>
        </p:nvGrpSpPr>
        <p:grpSpPr>
          <a:xfrm>
            <a:off x="6056372" y="225241"/>
            <a:ext cx="3203557" cy="6407518"/>
            <a:chOff x="1477459" y="279729"/>
            <a:chExt cx="3203557" cy="64075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5723BB-2F5F-07F7-BA0F-7A61CBA1469B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6C942102-547F-7DEC-9AB1-26E41AC61AFE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A1AA62B0-543B-877C-44E8-E9D8CC3418A2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79B98A36-E649-40AF-CB89-79EE02117A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Rounded Rectangle 55">
                  <a:extLst>
                    <a:ext uri="{FF2B5EF4-FFF2-40B4-BE49-F238E27FC236}">
                      <a16:creationId xmlns:a16="http://schemas.microsoft.com/office/drawing/2014/main" id="{443844EC-7317-43B6-5F86-27D34C879D19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6E18769-C4E0-E3F4-4500-D6154A61D1EC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F4A612-5F75-EC19-2BDD-D3414C072583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67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Home</a:t>
                </a:r>
                <a:r>
                  <a:rPr lang="en-US" dirty="0"/>
                  <a:t>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Manage School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Profile</a:t>
                </a:r>
                <a:endParaRPr lang="en-IN" dirty="0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A388DC1-0F67-89E2-BB8A-904F99F5BD16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BA5D046-6310-772D-3031-D14230BC4976}"/>
                  </a:ext>
                </a:extLst>
              </p:cNvPr>
              <p:cNvCxnSpPr/>
              <p:nvPr/>
            </p:nvCxnSpPr>
            <p:spPr>
              <a:xfrm>
                <a:off x="6002691" y="3100672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2EF0037-0D2A-BDC8-62E7-DA55237F8B00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D5DACA4-6770-D22E-AB0B-92AE2BF669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FFFE8F12-2200-F180-4389-57338EAFF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82A382-A312-4CB9-04D6-2AAC1D7AFCDF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75F3E3-30D3-5DD1-67C4-304C63452688}"/>
                </a:ext>
              </a:extLst>
            </p:cNvPr>
            <p:cNvSpPr txBox="1"/>
            <p:nvPr/>
          </p:nvSpPr>
          <p:spPr>
            <a:xfrm>
              <a:off x="2159935" y="1377044"/>
              <a:ext cx="1884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Admin Full Name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1B76934-349C-CA6A-5DC0-56ED32641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A1A552-ADBD-95B3-FB96-8487F7235FDE}"/>
              </a:ext>
            </a:extLst>
          </p:cNvPr>
          <p:cNvSpPr/>
          <p:nvPr/>
        </p:nvSpPr>
        <p:spPr>
          <a:xfrm>
            <a:off x="2933899" y="5007002"/>
            <a:ext cx="1651721" cy="50394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Upload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418136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93505-45D9-D8D4-E4A4-5FE21904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BDB8B3-F722-81EF-4E77-13208A7E5176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Manage School Page - Mobile</a:t>
            </a:r>
            <a:endParaRPr lang="en-IN" sz="36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F12EAB-49BB-7306-E9FF-4285CDA22641}"/>
              </a:ext>
            </a:extLst>
          </p:cNvPr>
          <p:cNvGrpSpPr/>
          <p:nvPr/>
        </p:nvGrpSpPr>
        <p:grpSpPr>
          <a:xfrm>
            <a:off x="1756934" y="225241"/>
            <a:ext cx="3203557" cy="6407518"/>
            <a:chOff x="8666331" y="315797"/>
            <a:chExt cx="3366722" cy="68580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8B37F20-17BB-9467-6894-EB8EE8833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2A1AC64-0174-01E4-3641-4AA6139CC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9B2775-E90D-C347-5B74-F366A1357A3A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4" name="Rounded Rectangle 55">
            <a:extLst>
              <a:ext uri="{FF2B5EF4-FFF2-40B4-BE49-F238E27FC236}">
                <a16:creationId xmlns:a16="http://schemas.microsoft.com/office/drawing/2014/main" id="{5236AF2A-E23C-3618-3219-E37D7C9EDBDC}"/>
              </a:ext>
            </a:extLst>
          </p:cNvPr>
          <p:cNvSpPr/>
          <p:nvPr/>
        </p:nvSpPr>
        <p:spPr>
          <a:xfrm>
            <a:off x="4153104" y="708613"/>
            <a:ext cx="492996" cy="1979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4333FF0-65DA-D3BF-278F-71C13E38D9BC}"/>
              </a:ext>
            </a:extLst>
          </p:cNvPr>
          <p:cNvGrpSpPr/>
          <p:nvPr/>
        </p:nvGrpSpPr>
        <p:grpSpPr>
          <a:xfrm>
            <a:off x="3489174" y="2250933"/>
            <a:ext cx="1003689" cy="977636"/>
            <a:chOff x="1972464" y="1660015"/>
            <a:chExt cx="1061884" cy="1117692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D1D12D2-6BE8-095F-81B1-8DB04736B517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FFB63A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DCF105E-5427-2C7C-320C-190D6C116A20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84205DD-2749-5F3F-F204-CD048F8BBFCE}"/>
              </a:ext>
            </a:extLst>
          </p:cNvPr>
          <p:cNvGrpSpPr/>
          <p:nvPr/>
        </p:nvGrpSpPr>
        <p:grpSpPr>
          <a:xfrm>
            <a:off x="2194687" y="2252228"/>
            <a:ext cx="1003689" cy="977636"/>
            <a:chOff x="1972464" y="1660015"/>
            <a:chExt cx="1061884" cy="1117692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00AC17C-F62C-E0D6-DFBD-6BABB8F585CB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FFB63A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3324B45-3B55-5806-767E-AE7477BE214C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7AD3421-DF7B-425D-4B0F-4CA7627DD894}"/>
              </a:ext>
            </a:extLst>
          </p:cNvPr>
          <p:cNvGrpSpPr/>
          <p:nvPr/>
        </p:nvGrpSpPr>
        <p:grpSpPr>
          <a:xfrm>
            <a:off x="2213235" y="3481557"/>
            <a:ext cx="1003689" cy="977636"/>
            <a:chOff x="1972464" y="1660015"/>
            <a:chExt cx="1061884" cy="1117692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78548C07-A568-F0EB-159A-4A7922DEF5D9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B1E5F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C47DDDA-2E06-BC10-A20E-9777D9C64749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01CE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01AD371-2DB5-0FB7-360D-9BF9C621E6F2}"/>
              </a:ext>
            </a:extLst>
          </p:cNvPr>
          <p:cNvGrpSpPr/>
          <p:nvPr/>
        </p:nvGrpSpPr>
        <p:grpSpPr>
          <a:xfrm>
            <a:off x="3538425" y="3494136"/>
            <a:ext cx="1003689" cy="977636"/>
            <a:chOff x="1972464" y="1660015"/>
            <a:chExt cx="1061884" cy="1117692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850158B-EDC0-EB72-C9EC-5EA7DC54E74B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78D3CE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F7BBEA4-4F43-94C4-0AEC-EC93B5EA641B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868F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374B590-4BF5-8A63-4F79-FC7D749F56D9}"/>
              </a:ext>
            </a:extLst>
          </p:cNvPr>
          <p:cNvSpPr txBox="1"/>
          <p:nvPr/>
        </p:nvSpPr>
        <p:spPr>
          <a:xfrm>
            <a:off x="2325343" y="2817253"/>
            <a:ext cx="806262" cy="217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6-A</a:t>
            </a:r>
            <a:endParaRPr lang="en-IN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D3A7E0-2826-2668-E8B0-E215127F316F}"/>
              </a:ext>
            </a:extLst>
          </p:cNvPr>
          <p:cNvSpPr txBox="1"/>
          <p:nvPr/>
        </p:nvSpPr>
        <p:spPr>
          <a:xfrm>
            <a:off x="3595836" y="2815616"/>
            <a:ext cx="806262" cy="217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6-S</a:t>
            </a:r>
            <a:endParaRPr lang="en-IN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5892DE-4C51-FD17-7E00-36C15D9C3916}"/>
              </a:ext>
            </a:extLst>
          </p:cNvPr>
          <p:cNvSpPr txBox="1"/>
          <p:nvPr/>
        </p:nvSpPr>
        <p:spPr>
          <a:xfrm>
            <a:off x="2317668" y="4034648"/>
            <a:ext cx="806262" cy="217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6-K</a:t>
            </a:r>
            <a:endParaRPr lang="en-IN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5F3FD3-F01A-4C41-04F1-D9EB765DEE4F}"/>
              </a:ext>
            </a:extLst>
          </p:cNvPr>
          <p:cNvSpPr txBox="1"/>
          <p:nvPr/>
        </p:nvSpPr>
        <p:spPr>
          <a:xfrm>
            <a:off x="3606533" y="4010764"/>
            <a:ext cx="806262" cy="217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6-W</a:t>
            </a:r>
            <a:endParaRPr lang="en-IN" sz="800" b="1" dirty="0"/>
          </a:p>
        </p:txBody>
      </p:sp>
      <p:pic>
        <p:nvPicPr>
          <p:cNvPr id="51" name="Graphic 50" descr="Classroom with solid fill">
            <a:extLst>
              <a:ext uri="{FF2B5EF4-FFF2-40B4-BE49-F238E27FC236}">
                <a16:creationId xmlns:a16="http://schemas.microsoft.com/office/drawing/2014/main" id="{144B5563-ED8A-A436-E7B6-4A9F5F6A0C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53032" y="2360564"/>
            <a:ext cx="305585" cy="305585"/>
          </a:xfrm>
          <a:prstGeom prst="rect">
            <a:avLst/>
          </a:prstGeom>
        </p:spPr>
      </p:pic>
      <p:pic>
        <p:nvPicPr>
          <p:cNvPr id="52" name="Graphic 51" descr="Classroom with solid fill">
            <a:extLst>
              <a:ext uri="{FF2B5EF4-FFF2-40B4-BE49-F238E27FC236}">
                <a16:creationId xmlns:a16="http://schemas.microsoft.com/office/drawing/2014/main" id="{E647F600-C0E8-03DF-A288-DB721DD4EE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7519" y="2354849"/>
            <a:ext cx="305585" cy="305585"/>
          </a:xfrm>
          <a:prstGeom prst="rect">
            <a:avLst/>
          </a:prstGeom>
        </p:spPr>
      </p:pic>
      <p:pic>
        <p:nvPicPr>
          <p:cNvPr id="53" name="Graphic 52" descr="Classroom with solid fill">
            <a:extLst>
              <a:ext uri="{FF2B5EF4-FFF2-40B4-BE49-F238E27FC236}">
                <a16:creationId xmlns:a16="http://schemas.microsoft.com/office/drawing/2014/main" id="{40FCEB05-A23F-848C-FCD9-0186DEE0FC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1580" y="3580569"/>
            <a:ext cx="305585" cy="305585"/>
          </a:xfrm>
          <a:prstGeom prst="rect">
            <a:avLst/>
          </a:prstGeom>
        </p:spPr>
      </p:pic>
      <p:pic>
        <p:nvPicPr>
          <p:cNvPr id="54" name="Graphic 53" descr="Classroom with solid fill">
            <a:extLst>
              <a:ext uri="{FF2B5EF4-FFF2-40B4-BE49-F238E27FC236}">
                <a16:creationId xmlns:a16="http://schemas.microsoft.com/office/drawing/2014/main" id="{46B59C8F-ADE0-5477-AB58-009DA38451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7947" y="3568416"/>
            <a:ext cx="305585" cy="305585"/>
          </a:xfrm>
          <a:prstGeom prst="rect">
            <a:avLst/>
          </a:prstGeom>
        </p:spPr>
      </p:pic>
      <p:pic>
        <p:nvPicPr>
          <p:cNvPr id="55" name="Graphic 54" descr="Caret Down with solid fill">
            <a:extLst>
              <a:ext uri="{FF2B5EF4-FFF2-40B4-BE49-F238E27FC236}">
                <a16:creationId xmlns:a16="http://schemas.microsoft.com/office/drawing/2014/main" id="{CE133FF0-7ECB-3CA4-FC81-62C62FF7AC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49212" y="4346124"/>
            <a:ext cx="346879" cy="3468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755BD9-3996-4EB7-6EA8-89543E344E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123" y="513864"/>
            <a:ext cx="833886" cy="8338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49FFD10-1FCF-EE59-B1D3-B95F50B38F5B}"/>
              </a:ext>
            </a:extLst>
          </p:cNvPr>
          <p:cNvSpPr txBox="1"/>
          <p:nvPr/>
        </p:nvSpPr>
        <p:spPr>
          <a:xfrm>
            <a:off x="2149229" y="1433564"/>
            <a:ext cx="1018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Year 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678AED-70A3-5A5D-FA25-B818D008E66C}"/>
              </a:ext>
            </a:extLst>
          </p:cNvPr>
          <p:cNvSpPr txBox="1"/>
          <p:nvPr/>
        </p:nvSpPr>
        <p:spPr>
          <a:xfrm>
            <a:off x="2103485" y="1202861"/>
            <a:ext cx="1307088" cy="31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C1A023-7843-8456-101B-52C9B136AC6F}"/>
              </a:ext>
            </a:extLst>
          </p:cNvPr>
          <p:cNvSpPr txBox="1"/>
          <p:nvPr/>
        </p:nvSpPr>
        <p:spPr>
          <a:xfrm>
            <a:off x="2105282" y="1793661"/>
            <a:ext cx="1018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3986"/>
                </a:solidFill>
              </a:rPr>
              <a:t>Classes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A624202-CF90-3CE8-F2EC-2DE5E59BFA54}"/>
              </a:ext>
            </a:extLst>
          </p:cNvPr>
          <p:cNvGrpSpPr/>
          <p:nvPr/>
        </p:nvGrpSpPr>
        <p:grpSpPr>
          <a:xfrm>
            <a:off x="5307042" y="225241"/>
            <a:ext cx="3203557" cy="6407518"/>
            <a:chOff x="8666331" y="315797"/>
            <a:chExt cx="3366722" cy="685800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3327344-C482-174F-067E-75B0E38AB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42288B0-76F0-D4BF-B401-783EC33AD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537263-D50A-232E-0A7D-D5F6AEBCEC61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1" name="Rounded Rectangle 55">
            <a:extLst>
              <a:ext uri="{FF2B5EF4-FFF2-40B4-BE49-F238E27FC236}">
                <a16:creationId xmlns:a16="http://schemas.microsoft.com/office/drawing/2014/main" id="{59989BA0-4EB3-036C-E3CF-EE2F40CA861F}"/>
              </a:ext>
            </a:extLst>
          </p:cNvPr>
          <p:cNvSpPr/>
          <p:nvPr/>
        </p:nvSpPr>
        <p:spPr>
          <a:xfrm>
            <a:off x="7703212" y="708613"/>
            <a:ext cx="492996" cy="1979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ECDD793C-FAB3-5F98-122A-8D0586EB31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231" y="513864"/>
            <a:ext cx="833886" cy="833886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5B2EB9DB-B376-4D59-BD33-0C0CE1081280}"/>
              </a:ext>
            </a:extLst>
          </p:cNvPr>
          <p:cNvGrpSpPr/>
          <p:nvPr/>
        </p:nvGrpSpPr>
        <p:grpSpPr>
          <a:xfrm>
            <a:off x="5721217" y="1340911"/>
            <a:ext cx="406504" cy="366518"/>
            <a:chOff x="5756901" y="1409704"/>
            <a:chExt cx="406504" cy="366518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EF3FFFF-3548-6A94-EB10-4ECEFE42DC54}"/>
                </a:ext>
              </a:extLst>
            </p:cNvPr>
            <p:cNvSpPr/>
            <p:nvPr/>
          </p:nvSpPr>
          <p:spPr>
            <a:xfrm>
              <a:off x="5756901" y="1409704"/>
              <a:ext cx="406504" cy="36651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3" name="Graphic 82" descr="Classroom with solid fill">
              <a:extLst>
                <a:ext uri="{FF2B5EF4-FFF2-40B4-BE49-F238E27FC236}">
                  <a16:creationId xmlns:a16="http://schemas.microsoft.com/office/drawing/2014/main" id="{C99354F3-40B7-4BE8-BA04-438D5490E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16605" y="1454718"/>
              <a:ext cx="302266" cy="302266"/>
            </a:xfrm>
            <a:prstGeom prst="rect">
              <a:avLst/>
            </a:prstGeom>
          </p:spPr>
        </p:pic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9C42701B-F201-2806-8EC4-372289207EB2}"/>
              </a:ext>
            </a:extLst>
          </p:cNvPr>
          <p:cNvSpPr txBox="1"/>
          <p:nvPr/>
        </p:nvSpPr>
        <p:spPr>
          <a:xfrm>
            <a:off x="6113395" y="1233064"/>
            <a:ext cx="9275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School A</a:t>
            </a:r>
          </a:p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Class</a:t>
            </a:r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6-A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10A0E3-6BD3-D59A-1489-B9AB5F0CBD8A}"/>
              </a:ext>
            </a:extLst>
          </p:cNvPr>
          <p:cNvSpPr txBox="1"/>
          <p:nvPr/>
        </p:nvSpPr>
        <p:spPr>
          <a:xfrm>
            <a:off x="5573736" y="2760060"/>
            <a:ext cx="2336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3986"/>
                </a:solidFill>
              </a:rPr>
              <a:t>Students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C54746A-DC6E-3CD6-3964-3D9B960228BA}"/>
              </a:ext>
            </a:extLst>
          </p:cNvPr>
          <p:cNvGrpSpPr/>
          <p:nvPr/>
        </p:nvGrpSpPr>
        <p:grpSpPr>
          <a:xfrm>
            <a:off x="5642559" y="3185160"/>
            <a:ext cx="2313376" cy="1821130"/>
            <a:chOff x="5750437" y="2911541"/>
            <a:chExt cx="2313376" cy="1821130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8676AC9-7340-D30A-6094-90A7D07D1CE7}"/>
                </a:ext>
              </a:extLst>
            </p:cNvPr>
            <p:cNvSpPr/>
            <p:nvPr/>
          </p:nvSpPr>
          <p:spPr>
            <a:xfrm>
              <a:off x="5750437" y="2911541"/>
              <a:ext cx="2313376" cy="218014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8C841FB-98B6-C36E-3E56-A549B76B5D02}"/>
                </a:ext>
              </a:extLst>
            </p:cNvPr>
            <p:cNvGrpSpPr/>
            <p:nvPr/>
          </p:nvGrpSpPr>
          <p:grpSpPr>
            <a:xfrm>
              <a:off x="5750437" y="3142809"/>
              <a:ext cx="2313376" cy="1589862"/>
              <a:chOff x="5750437" y="3142809"/>
              <a:chExt cx="2313376" cy="1589862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9880013-B768-5E4E-E600-EBBF81A4F9DE}"/>
                  </a:ext>
                </a:extLst>
              </p:cNvPr>
              <p:cNvSpPr/>
              <p:nvPr/>
            </p:nvSpPr>
            <p:spPr>
              <a:xfrm>
                <a:off x="5750437" y="3142809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57E4BB56-0A54-A2BB-4E0B-6D15526283B3}"/>
                  </a:ext>
                </a:extLst>
              </p:cNvPr>
              <p:cNvSpPr/>
              <p:nvPr/>
            </p:nvSpPr>
            <p:spPr>
              <a:xfrm>
                <a:off x="5750437" y="3369802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C543599-7DE2-1666-C5F0-166D4F4EBD3F}"/>
                  </a:ext>
                </a:extLst>
              </p:cNvPr>
              <p:cNvSpPr/>
              <p:nvPr/>
            </p:nvSpPr>
            <p:spPr>
              <a:xfrm>
                <a:off x="5750437" y="3601070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F64187D4-DCD6-B47F-D6B5-38E19C3A8550}"/>
                  </a:ext>
                </a:extLst>
              </p:cNvPr>
              <p:cNvSpPr/>
              <p:nvPr/>
            </p:nvSpPr>
            <p:spPr>
              <a:xfrm>
                <a:off x="5750437" y="3825128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A628732E-201A-30E9-B104-46A46E381EF7}"/>
                  </a:ext>
                </a:extLst>
              </p:cNvPr>
              <p:cNvSpPr/>
              <p:nvPr/>
            </p:nvSpPr>
            <p:spPr>
              <a:xfrm>
                <a:off x="5750437" y="4056396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B22C6B24-F383-D39A-3B18-9DFCC1213701}"/>
                  </a:ext>
                </a:extLst>
              </p:cNvPr>
              <p:cNvSpPr/>
              <p:nvPr/>
            </p:nvSpPr>
            <p:spPr>
              <a:xfrm>
                <a:off x="5750437" y="4283389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B1199813-08D1-C0BF-AD37-C24E24A0634E}"/>
                  </a:ext>
                </a:extLst>
              </p:cNvPr>
              <p:cNvSpPr/>
              <p:nvPr/>
            </p:nvSpPr>
            <p:spPr>
              <a:xfrm>
                <a:off x="5750437" y="4514657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pic>
        <p:nvPicPr>
          <p:cNvPr id="91" name="Graphic 90" descr="Caret Down with solid fill">
            <a:extLst>
              <a:ext uri="{FF2B5EF4-FFF2-40B4-BE49-F238E27FC236}">
                <a16:creationId xmlns:a16="http://schemas.microsoft.com/office/drawing/2014/main" id="{F61A22E5-C968-3F1C-64A9-AE36C60910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7787003" y="3231764"/>
            <a:ext cx="124805" cy="124805"/>
          </a:xfrm>
          <a:prstGeom prst="rect">
            <a:avLst/>
          </a:prstGeom>
        </p:spPr>
      </p:pic>
      <p:pic>
        <p:nvPicPr>
          <p:cNvPr id="92" name="Graphic 91" descr="Caret Down with solid fill">
            <a:extLst>
              <a:ext uri="{FF2B5EF4-FFF2-40B4-BE49-F238E27FC236}">
                <a16:creationId xmlns:a16="http://schemas.microsoft.com/office/drawing/2014/main" id="{74756A6B-8226-1511-90BD-6E6F780EE9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7787002" y="3456034"/>
            <a:ext cx="124805" cy="124805"/>
          </a:xfrm>
          <a:prstGeom prst="rect">
            <a:avLst/>
          </a:prstGeom>
        </p:spPr>
      </p:pic>
      <p:pic>
        <p:nvPicPr>
          <p:cNvPr id="93" name="Graphic 92" descr="Caret Down with solid fill">
            <a:extLst>
              <a:ext uri="{FF2B5EF4-FFF2-40B4-BE49-F238E27FC236}">
                <a16:creationId xmlns:a16="http://schemas.microsoft.com/office/drawing/2014/main" id="{1464BB80-CC15-E88A-045D-108997795C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7787001" y="3685527"/>
            <a:ext cx="124805" cy="124805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2C7F5826-EC50-E048-A725-56C9A8D5EC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7787000" y="3924830"/>
            <a:ext cx="124805" cy="124805"/>
          </a:xfrm>
          <a:prstGeom prst="rect">
            <a:avLst/>
          </a:prstGeom>
        </p:spPr>
      </p:pic>
      <p:pic>
        <p:nvPicPr>
          <p:cNvPr id="95" name="Graphic 94" descr="Caret Down with solid fill">
            <a:extLst>
              <a:ext uri="{FF2B5EF4-FFF2-40B4-BE49-F238E27FC236}">
                <a16:creationId xmlns:a16="http://schemas.microsoft.com/office/drawing/2014/main" id="{880A8225-47AD-05AD-49C4-2F26330468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7794190" y="4154149"/>
            <a:ext cx="124805" cy="124805"/>
          </a:xfrm>
          <a:prstGeom prst="rect">
            <a:avLst/>
          </a:prstGeom>
        </p:spPr>
      </p:pic>
      <p:pic>
        <p:nvPicPr>
          <p:cNvPr id="96" name="Graphic 95" descr="Caret Down with solid fill">
            <a:extLst>
              <a:ext uri="{FF2B5EF4-FFF2-40B4-BE49-F238E27FC236}">
                <a16:creationId xmlns:a16="http://schemas.microsoft.com/office/drawing/2014/main" id="{64536CD9-7295-F0E9-31DB-43F0516251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7794190" y="4357540"/>
            <a:ext cx="124805" cy="124805"/>
          </a:xfrm>
          <a:prstGeom prst="rect">
            <a:avLst/>
          </a:prstGeom>
        </p:spPr>
      </p:pic>
      <p:pic>
        <p:nvPicPr>
          <p:cNvPr id="97" name="Graphic 96" descr="Caret Down with solid fill">
            <a:extLst>
              <a:ext uri="{FF2B5EF4-FFF2-40B4-BE49-F238E27FC236}">
                <a16:creationId xmlns:a16="http://schemas.microsoft.com/office/drawing/2014/main" id="{B64BDDF2-C974-1C5E-C6C2-8F90C316D2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7785544" y="4589418"/>
            <a:ext cx="124805" cy="124805"/>
          </a:xfrm>
          <a:prstGeom prst="rect">
            <a:avLst/>
          </a:prstGeom>
        </p:spPr>
      </p:pic>
      <p:pic>
        <p:nvPicPr>
          <p:cNvPr id="98" name="Graphic 97" descr="Caret Down with solid fill">
            <a:extLst>
              <a:ext uri="{FF2B5EF4-FFF2-40B4-BE49-F238E27FC236}">
                <a16:creationId xmlns:a16="http://schemas.microsoft.com/office/drawing/2014/main" id="{28696B9E-B5D6-8F84-A0FB-27D6B6A864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7775712" y="4827116"/>
            <a:ext cx="124805" cy="124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1FDD38C9-B8BB-9294-F9BB-2044993E1EBC}"/>
              </a:ext>
            </a:extLst>
          </p:cNvPr>
          <p:cNvSpPr txBox="1"/>
          <p:nvPr/>
        </p:nvSpPr>
        <p:spPr>
          <a:xfrm>
            <a:off x="5694267" y="3176901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A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8E9FF34-ABB6-74BF-D8F9-EC0E7349605A}"/>
              </a:ext>
            </a:extLst>
          </p:cNvPr>
          <p:cNvSpPr txBox="1"/>
          <p:nvPr/>
        </p:nvSpPr>
        <p:spPr>
          <a:xfrm>
            <a:off x="5694267" y="3407819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B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8D8BFF9-CFB7-BA4B-3D0F-7983C1317884}"/>
              </a:ext>
            </a:extLst>
          </p:cNvPr>
          <p:cNvSpPr txBox="1"/>
          <p:nvPr/>
        </p:nvSpPr>
        <p:spPr>
          <a:xfrm>
            <a:off x="5692937" y="3636691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C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4EC0578-C26B-1415-54A4-B5C8FB799448}"/>
              </a:ext>
            </a:extLst>
          </p:cNvPr>
          <p:cNvSpPr txBox="1"/>
          <p:nvPr/>
        </p:nvSpPr>
        <p:spPr>
          <a:xfrm>
            <a:off x="5701699" y="3862468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D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AA6CE71-92AD-655A-FD63-95DE13209271}"/>
              </a:ext>
            </a:extLst>
          </p:cNvPr>
          <p:cNvSpPr txBox="1"/>
          <p:nvPr/>
        </p:nvSpPr>
        <p:spPr>
          <a:xfrm>
            <a:off x="5701699" y="4088912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1A2588C-1723-648E-677F-93A0FBB8E614}"/>
              </a:ext>
            </a:extLst>
          </p:cNvPr>
          <p:cNvSpPr txBox="1"/>
          <p:nvPr/>
        </p:nvSpPr>
        <p:spPr>
          <a:xfrm>
            <a:off x="5701699" y="4312979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F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3506E25-9C5D-8202-F420-18EEA77CECEA}"/>
              </a:ext>
            </a:extLst>
          </p:cNvPr>
          <p:cNvSpPr txBox="1"/>
          <p:nvPr/>
        </p:nvSpPr>
        <p:spPr>
          <a:xfrm>
            <a:off x="5701699" y="4541236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G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8615E64-105F-B864-99DF-E428A8659023}"/>
              </a:ext>
            </a:extLst>
          </p:cNvPr>
          <p:cNvSpPr txBox="1"/>
          <p:nvPr/>
        </p:nvSpPr>
        <p:spPr>
          <a:xfrm>
            <a:off x="5701699" y="4785401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H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25068ED-43E0-D3DC-22FF-70B7B8C00572}"/>
              </a:ext>
            </a:extLst>
          </p:cNvPr>
          <p:cNvSpPr txBox="1"/>
          <p:nvPr/>
        </p:nvSpPr>
        <p:spPr>
          <a:xfrm>
            <a:off x="5582330" y="1852841"/>
            <a:ext cx="2336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3986"/>
                </a:solidFill>
              </a:rPr>
              <a:t>Assigned T</a:t>
            </a:r>
            <a:r>
              <a:rPr lang="en-IN" sz="1400" dirty="0">
                <a:solidFill>
                  <a:srgbClr val="FF3986"/>
                </a:solidFill>
              </a:rPr>
              <a:t>eacher</a:t>
            </a:r>
          </a:p>
        </p:txBody>
      </p:sp>
      <p:pic>
        <p:nvPicPr>
          <p:cNvPr id="151" name="Graphic 150" descr="Caret Down with solid fill">
            <a:extLst>
              <a:ext uri="{FF2B5EF4-FFF2-40B4-BE49-F238E27FC236}">
                <a16:creationId xmlns:a16="http://schemas.microsoft.com/office/drawing/2014/main" id="{C3135744-3E23-F1DE-0353-DFC860FED2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7759060" y="2249492"/>
            <a:ext cx="216000" cy="216000"/>
          </a:xfrm>
          <a:prstGeom prst="rect">
            <a:avLst/>
          </a:prstGeom>
        </p:spPr>
      </p:pic>
      <p:sp>
        <p:nvSpPr>
          <p:cNvPr id="152" name="TextBox 151">
            <a:extLst>
              <a:ext uri="{FF2B5EF4-FFF2-40B4-BE49-F238E27FC236}">
                <a16:creationId xmlns:a16="http://schemas.microsoft.com/office/drawing/2014/main" id="{13B986C6-EFE0-3C21-8989-1AD71883F0C8}"/>
              </a:ext>
            </a:extLst>
          </p:cNvPr>
          <p:cNvSpPr txBox="1"/>
          <p:nvPr/>
        </p:nvSpPr>
        <p:spPr>
          <a:xfrm>
            <a:off x="5676155" y="2226832"/>
            <a:ext cx="1703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Mr. A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53537B6-FBFD-975F-D6FA-A84AD0F425D2}"/>
              </a:ext>
            </a:extLst>
          </p:cNvPr>
          <p:cNvSpPr/>
          <p:nvPr/>
        </p:nvSpPr>
        <p:spPr>
          <a:xfrm>
            <a:off x="5674802" y="2225547"/>
            <a:ext cx="2313376" cy="28392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E04ED2-C99E-1D0B-1BEE-1CF9CD0BBBC3}"/>
              </a:ext>
            </a:extLst>
          </p:cNvPr>
          <p:cNvGrpSpPr/>
          <p:nvPr/>
        </p:nvGrpSpPr>
        <p:grpSpPr>
          <a:xfrm>
            <a:off x="8905256" y="225241"/>
            <a:ext cx="3203557" cy="6407518"/>
            <a:chOff x="1477459" y="279729"/>
            <a:chExt cx="3203557" cy="64075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F58C6AA-6BC4-7198-BA9C-D3EF7B31C96B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CB20B00-24D3-7D6B-A7D2-9C063C22DCBD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9207A215-234C-1738-B49E-8994D09A835B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C72FA38A-265C-A66A-0816-B09D30B419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Rounded Rectangle 55">
                  <a:extLst>
                    <a:ext uri="{FF2B5EF4-FFF2-40B4-BE49-F238E27FC236}">
                      <a16:creationId xmlns:a16="http://schemas.microsoft.com/office/drawing/2014/main" id="{59838BE8-598D-DEDD-90C1-516CEA48747F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986AF6C-5835-FD30-9D0C-2CFF3D98E314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14E4603-52EF-7C1A-3C34-A3278B39990C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67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/>
                  <a:t>Home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Manage School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Profile</a:t>
                </a:r>
                <a:endParaRPr lang="en-IN" dirty="0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3469EE8-53B3-22C2-957F-A1740BC74608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617518B-7AAA-4873-5499-C71F51B72FD0}"/>
                  </a:ext>
                </a:extLst>
              </p:cNvPr>
              <p:cNvCxnSpPr/>
              <p:nvPr/>
            </p:nvCxnSpPr>
            <p:spPr>
              <a:xfrm>
                <a:off x="6002691" y="3100672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E8DAFB7-7573-599C-06D3-0C0B04AF379F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DB63DEB8-E1F3-93BF-6071-4942C6BD7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9C6DF45-5FFA-1897-4293-538961D10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560B2A5-0B0C-8F9C-5852-4A32D7A377EC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3B0625-F8F7-9005-1674-F0B04AB5F77A}"/>
                </a:ext>
              </a:extLst>
            </p:cNvPr>
            <p:cNvSpPr txBox="1"/>
            <p:nvPr/>
          </p:nvSpPr>
          <p:spPr>
            <a:xfrm>
              <a:off x="2159935" y="1377044"/>
              <a:ext cx="19160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Admin Full Name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0536F978-367B-73FD-ECEC-FA9DFA427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  <a:ext uri="{837473B0-CC2E-450A-ABE3-18F120FF3D39}">
                  <a1611:picAttrSrcUrl xmlns:a1611="http://schemas.microsoft.com/office/drawing/2016/11/main" r:id="rId12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7903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95B3-AC2C-C9F3-F3F4-068AAF70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5B4C0C0-5151-DA08-740B-0ACDB4274EE4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Admin Profile - Mobile</a:t>
            </a:r>
            <a:endParaRPr lang="en-IN" sz="36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B6B35F4-365A-52EE-D3AB-AED15776B522}"/>
              </a:ext>
            </a:extLst>
          </p:cNvPr>
          <p:cNvSpPr txBox="1"/>
          <p:nvPr/>
        </p:nvSpPr>
        <p:spPr>
          <a:xfrm>
            <a:off x="3074472" y="1068093"/>
            <a:ext cx="197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Admin Full Name</a:t>
            </a:r>
          </a:p>
        </p:txBody>
      </p:sp>
      <p:pic>
        <p:nvPicPr>
          <p:cNvPr id="121" name="Graphic 120">
            <a:extLst>
              <a:ext uri="{FF2B5EF4-FFF2-40B4-BE49-F238E27FC236}">
                <a16:creationId xmlns:a16="http://schemas.microsoft.com/office/drawing/2014/main" id="{55744495-B17F-983A-60CF-891B707ED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700129" y="1065588"/>
            <a:ext cx="374343" cy="380984"/>
          </a:xfrm>
          <a:prstGeom prst="rect">
            <a:avLst/>
          </a:prstGeom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2D005F4-41E0-B3B8-3E5D-2865ED2E0367}"/>
              </a:ext>
            </a:extLst>
          </p:cNvPr>
          <p:cNvGrpSpPr/>
          <p:nvPr/>
        </p:nvGrpSpPr>
        <p:grpSpPr>
          <a:xfrm>
            <a:off x="2361460" y="284234"/>
            <a:ext cx="3132884" cy="6437687"/>
            <a:chOff x="8666331" y="315797"/>
            <a:chExt cx="3366722" cy="6858000"/>
          </a:xfrm>
        </p:grpSpPr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EF03B00B-FAB0-A970-6E99-A2338D3DD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0A8ACB6-991E-0C09-FF97-9EBCC8598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6B8809B-0ACC-1F7B-C475-B731E9AD2E9A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0BEFA965-24AE-CCFF-DF06-7F6CDA5CFB8B}"/>
              </a:ext>
            </a:extLst>
          </p:cNvPr>
          <p:cNvSpPr/>
          <p:nvPr/>
        </p:nvSpPr>
        <p:spPr>
          <a:xfrm>
            <a:off x="3440443" y="4768218"/>
            <a:ext cx="1180690" cy="614259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Logout</a:t>
            </a:r>
            <a:endParaRPr lang="en-IN" sz="1200" dirty="0"/>
          </a:p>
        </p:txBody>
      </p:sp>
      <p:sp>
        <p:nvSpPr>
          <p:cNvPr id="127" name="Rounded Rectangle 55">
            <a:extLst>
              <a:ext uri="{FF2B5EF4-FFF2-40B4-BE49-F238E27FC236}">
                <a16:creationId xmlns:a16="http://schemas.microsoft.com/office/drawing/2014/main" id="{BFDC9AB1-9A50-497B-1FEE-147FDAB975AF}"/>
              </a:ext>
            </a:extLst>
          </p:cNvPr>
          <p:cNvSpPr/>
          <p:nvPr/>
        </p:nvSpPr>
        <p:spPr>
          <a:xfrm>
            <a:off x="4727875" y="734522"/>
            <a:ext cx="489966" cy="23491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2C9F8-463D-A3AE-2188-2CAA7C37F593}"/>
              </a:ext>
            </a:extLst>
          </p:cNvPr>
          <p:cNvSpPr txBox="1"/>
          <p:nvPr/>
        </p:nvSpPr>
        <p:spPr>
          <a:xfrm>
            <a:off x="2648790" y="2044111"/>
            <a:ext cx="197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School A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09D325-423D-BDCB-00B2-B1A807F05945}"/>
              </a:ext>
            </a:extLst>
          </p:cNvPr>
          <p:cNvGrpSpPr/>
          <p:nvPr/>
        </p:nvGrpSpPr>
        <p:grpSpPr>
          <a:xfrm>
            <a:off x="5990329" y="284234"/>
            <a:ext cx="3203557" cy="6407518"/>
            <a:chOff x="1477459" y="279729"/>
            <a:chExt cx="3203557" cy="64075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1ABE8C6-A817-984B-EF4C-A5B0FA5F1764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84550A8-41FB-E6E3-B8CA-346247FA2570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90F7CC69-4F34-9EAB-5C27-04115C3D277A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59BFE0CA-C6BB-ADB4-6C64-43155B948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Rounded Rectangle 55">
                  <a:extLst>
                    <a:ext uri="{FF2B5EF4-FFF2-40B4-BE49-F238E27FC236}">
                      <a16:creationId xmlns:a16="http://schemas.microsoft.com/office/drawing/2014/main" id="{DF3770AE-50FB-AB6E-6806-B04335B759F7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7D9E92D-E6C6-A95A-A3ED-EAD51EA7EA4C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763A28-844C-7E1E-E834-EA74EC942EA5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67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/>
                  <a:t>Home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Manage School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Profile</a:t>
                </a:r>
                <a:endParaRPr lang="en-IN" dirty="0">
                  <a:solidFill>
                    <a:srgbClr val="FF3986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7A337F3-A740-40FA-7498-635476AFD8D1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559A96-0590-9A4D-BABD-FFE462D5132B}"/>
                  </a:ext>
                </a:extLst>
              </p:cNvPr>
              <p:cNvCxnSpPr/>
              <p:nvPr/>
            </p:nvCxnSpPr>
            <p:spPr>
              <a:xfrm>
                <a:off x="6002691" y="3100672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F720BBE-3D30-1A39-2ABA-BB2A59F90943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C2D368A-B3A8-B364-8339-2895E2F1B4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2641D59-5A6E-E1F6-A2AE-889581109F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7467C8-8323-8455-9C0A-1D974C43183E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745049-6A6C-922F-29C3-5569DAE33AD1}"/>
                </a:ext>
              </a:extLst>
            </p:cNvPr>
            <p:cNvSpPr txBox="1"/>
            <p:nvPr/>
          </p:nvSpPr>
          <p:spPr>
            <a:xfrm>
              <a:off x="2159935" y="1367212"/>
              <a:ext cx="1900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Admin Full Name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0CF1A65-B934-A78F-4B3F-CAAD23B5A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A273481-2EAA-001F-3245-C0871A37EEDE}"/>
              </a:ext>
            </a:extLst>
          </p:cNvPr>
          <p:cNvSpPr txBox="1"/>
          <p:nvPr/>
        </p:nvSpPr>
        <p:spPr>
          <a:xfrm>
            <a:off x="2648789" y="2410399"/>
            <a:ext cx="197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Email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668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FEE3D-A053-2C34-5B56-3C0E12A14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TEACHER TRACK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B3426-4A8D-4665-B539-5569B6037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2020840"/>
            <a:ext cx="6780700" cy="281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76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3D87-CB3B-ED1C-80D3-1B8B2F95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486C6ED-54BC-AAA5-5B42-43DA985948A5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Teacher Sign In Page First Time - Mobile</a:t>
            </a:r>
            <a:endParaRPr lang="en-IN" sz="36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EA4F1C-BFAF-9DE9-89F5-AA1C54A2245E}"/>
              </a:ext>
            </a:extLst>
          </p:cNvPr>
          <p:cNvGrpSpPr/>
          <p:nvPr/>
        </p:nvGrpSpPr>
        <p:grpSpPr>
          <a:xfrm>
            <a:off x="5211632" y="225241"/>
            <a:ext cx="3203557" cy="6407518"/>
            <a:chOff x="8666331" y="315797"/>
            <a:chExt cx="336672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2413A8D-4234-2298-7D16-9931C8603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1AC11F5-AAC5-2083-07B8-A9DBD41E4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AB091E0-2D91-D51A-575E-D6566EF7EECA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EBCDE5-D2D0-35AA-2AFE-FAA529C55915}"/>
              </a:ext>
            </a:extLst>
          </p:cNvPr>
          <p:cNvSpPr/>
          <p:nvPr/>
        </p:nvSpPr>
        <p:spPr>
          <a:xfrm>
            <a:off x="6185557" y="4303218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AFE0BD1-022E-40A9-320C-30512CDE87FB}"/>
              </a:ext>
            </a:extLst>
          </p:cNvPr>
          <p:cNvSpPr/>
          <p:nvPr/>
        </p:nvSpPr>
        <p:spPr>
          <a:xfrm>
            <a:off x="5594499" y="221326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new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8B29549-0A9D-09D3-3AED-CBA8AC650769}"/>
              </a:ext>
            </a:extLst>
          </p:cNvPr>
          <p:cNvSpPr/>
          <p:nvPr/>
        </p:nvSpPr>
        <p:spPr>
          <a:xfrm>
            <a:off x="5580725" y="314508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Re-enter your new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B6B2A0-E331-AACB-705D-6F45C856CE50}"/>
              </a:ext>
            </a:extLst>
          </p:cNvPr>
          <p:cNvSpPr txBox="1"/>
          <p:nvPr/>
        </p:nvSpPr>
        <p:spPr>
          <a:xfrm>
            <a:off x="5510116" y="2880650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Confirm 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13FA18-FB33-0777-FA77-F7CEBD3AB41B}"/>
              </a:ext>
            </a:extLst>
          </p:cNvPr>
          <p:cNvSpPr txBox="1"/>
          <p:nvPr/>
        </p:nvSpPr>
        <p:spPr>
          <a:xfrm>
            <a:off x="5541216" y="195069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213F40-1BAC-625B-76FF-BC72AEFB8DA2}"/>
              </a:ext>
            </a:extLst>
          </p:cNvPr>
          <p:cNvSpPr txBox="1"/>
          <p:nvPr/>
        </p:nvSpPr>
        <p:spPr>
          <a:xfrm>
            <a:off x="5483404" y="1436690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Change your password for safety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0549B55-BB01-ACA8-DE79-1829CFD18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595" y="429473"/>
            <a:ext cx="833886" cy="833886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B0C172F9-6DA8-97AE-1714-66C4CAA952D6}"/>
              </a:ext>
            </a:extLst>
          </p:cNvPr>
          <p:cNvGrpSpPr/>
          <p:nvPr/>
        </p:nvGrpSpPr>
        <p:grpSpPr>
          <a:xfrm>
            <a:off x="1649265" y="225241"/>
            <a:ext cx="3203557" cy="6407518"/>
            <a:chOff x="8666331" y="315797"/>
            <a:chExt cx="3366722" cy="6858000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DF97C8C-CA63-FC63-C665-A42DA1D5D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64A9D21-BE51-DF7B-519E-632ECCEA7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33D6DF0-A64A-2AD2-8B47-75FDA415168B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385DFC3-284F-1EEA-CC10-B8A7B7CAF44C}"/>
              </a:ext>
            </a:extLst>
          </p:cNvPr>
          <p:cNvSpPr/>
          <p:nvPr/>
        </p:nvSpPr>
        <p:spPr>
          <a:xfrm>
            <a:off x="2623190" y="4303218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Sign In</a:t>
            </a:r>
            <a:endParaRPr lang="en-IN" sz="1200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606A120-CB08-D631-33E8-D2076CCEABB5}"/>
              </a:ext>
            </a:extLst>
          </p:cNvPr>
          <p:cNvSpPr/>
          <p:nvPr/>
        </p:nvSpPr>
        <p:spPr>
          <a:xfrm>
            <a:off x="2032132" y="221326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email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B3A3731-16C0-2DD8-84AB-0E436412A510}"/>
              </a:ext>
            </a:extLst>
          </p:cNvPr>
          <p:cNvSpPr/>
          <p:nvPr/>
        </p:nvSpPr>
        <p:spPr>
          <a:xfrm>
            <a:off x="2018358" y="314508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80406F-A241-9BAA-B9D3-ABA529762FB6}"/>
              </a:ext>
            </a:extLst>
          </p:cNvPr>
          <p:cNvSpPr txBox="1"/>
          <p:nvPr/>
        </p:nvSpPr>
        <p:spPr>
          <a:xfrm>
            <a:off x="1947749" y="2880650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210551-CE61-B720-65C3-6BA0876D728B}"/>
              </a:ext>
            </a:extLst>
          </p:cNvPr>
          <p:cNvSpPr txBox="1"/>
          <p:nvPr/>
        </p:nvSpPr>
        <p:spPr>
          <a:xfrm>
            <a:off x="1978849" y="195069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Email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0CC8C2-A9EA-6CB1-F3F6-EC5A5EC4043D}"/>
              </a:ext>
            </a:extLst>
          </p:cNvPr>
          <p:cNvSpPr txBox="1"/>
          <p:nvPr/>
        </p:nvSpPr>
        <p:spPr>
          <a:xfrm>
            <a:off x="1921037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A2C91E2-025A-2D97-2D27-B618919708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28" y="429473"/>
            <a:ext cx="833886" cy="83388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E01EEFE-424B-0DB6-DD07-6C977E9B6E20}"/>
              </a:ext>
            </a:extLst>
          </p:cNvPr>
          <p:cNvGrpSpPr/>
          <p:nvPr/>
        </p:nvGrpSpPr>
        <p:grpSpPr>
          <a:xfrm>
            <a:off x="8913541" y="336755"/>
            <a:ext cx="2969343" cy="6184490"/>
            <a:chOff x="1641986" y="673510"/>
            <a:chExt cx="2969343" cy="618449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A3093C3-53C8-489A-BFBF-00BF3C1F0010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29582D8-6C17-B9BE-1AAC-B83BBC399AF4}"/>
                </a:ext>
              </a:extLst>
            </p:cNvPr>
            <p:cNvGrpSpPr/>
            <p:nvPr/>
          </p:nvGrpSpPr>
          <p:grpSpPr>
            <a:xfrm>
              <a:off x="2458672" y="4638385"/>
              <a:ext cx="1349479" cy="518364"/>
              <a:chOff x="5806540" y="5001726"/>
              <a:chExt cx="1843549" cy="633382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2D1F0E21-379C-D22C-A34F-7A1088FA2589}"/>
                  </a:ext>
                </a:extLst>
              </p:cNvPr>
              <p:cNvSpPr/>
              <p:nvPr/>
            </p:nvSpPr>
            <p:spPr>
              <a:xfrm>
                <a:off x="5806540" y="5001726"/>
                <a:ext cx="1843549" cy="54142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Sign In</a:t>
                </a:r>
                <a:endParaRPr lang="en-IN" sz="1200" dirty="0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32DE8F55-E86A-88D6-CE79-33B37F96C5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0155F5E-28D2-5EFC-757D-04D5D2068CB3}"/>
              </a:ext>
            </a:extLst>
          </p:cNvPr>
          <p:cNvGrpSpPr/>
          <p:nvPr/>
        </p:nvGrpSpPr>
        <p:grpSpPr>
          <a:xfrm>
            <a:off x="8792725" y="218769"/>
            <a:ext cx="3203557" cy="6407518"/>
            <a:chOff x="8666331" y="315797"/>
            <a:chExt cx="3366722" cy="685800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70B8227-4C8F-DC27-15BE-DDE70990B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5231AF5-FDAC-3499-246C-E2835585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5E521D-7A55-9DBF-711E-8E9DEEDC0F4E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AA5B7D2D-EC94-47A8-CBBD-81DFFA86B7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224" y="384909"/>
            <a:ext cx="833886" cy="83388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DFA994C-300E-BB91-51DC-935B4EFF6B80}"/>
              </a:ext>
            </a:extLst>
          </p:cNvPr>
          <p:cNvSpPr txBox="1"/>
          <p:nvPr/>
        </p:nvSpPr>
        <p:spPr>
          <a:xfrm>
            <a:off x="9230479" y="3782091"/>
            <a:ext cx="2359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*Incorrect email or password. Try again.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E12D707-52AD-3868-55E4-7B0DC571253E}"/>
              </a:ext>
            </a:extLst>
          </p:cNvPr>
          <p:cNvSpPr/>
          <p:nvPr/>
        </p:nvSpPr>
        <p:spPr>
          <a:xfrm>
            <a:off x="9172985" y="2231228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chirag.a@mail.com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9469A9C-65E6-B64C-B586-5A20EDF50DC1}"/>
              </a:ext>
            </a:extLst>
          </p:cNvPr>
          <p:cNvSpPr/>
          <p:nvPr/>
        </p:nvSpPr>
        <p:spPr>
          <a:xfrm>
            <a:off x="9159211" y="3163048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8Bo9j08h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DC5114-DF9A-EBAC-81E7-012F39C1ECA3}"/>
              </a:ext>
            </a:extLst>
          </p:cNvPr>
          <p:cNvSpPr txBox="1"/>
          <p:nvPr/>
        </p:nvSpPr>
        <p:spPr>
          <a:xfrm>
            <a:off x="9088602" y="2898612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A65E83-1362-1F27-4055-D44B2678A775}"/>
              </a:ext>
            </a:extLst>
          </p:cNvPr>
          <p:cNvSpPr txBox="1"/>
          <p:nvPr/>
        </p:nvSpPr>
        <p:spPr>
          <a:xfrm>
            <a:off x="9119702" y="1968661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Email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C9E41E-1C3B-8657-CE09-B6CD11E8C1EC}"/>
              </a:ext>
            </a:extLst>
          </p:cNvPr>
          <p:cNvSpPr txBox="1"/>
          <p:nvPr/>
        </p:nvSpPr>
        <p:spPr>
          <a:xfrm>
            <a:off x="9088602" y="1422591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</p:spTree>
    <p:extLst>
      <p:ext uri="{BB962C8B-B14F-4D97-AF65-F5344CB8AC3E}">
        <p14:creationId xmlns:p14="http://schemas.microsoft.com/office/powerpoint/2010/main" val="7619956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5FE35A5-8899-10EF-FB1E-3DB408D09914}"/>
              </a:ext>
            </a:extLst>
          </p:cNvPr>
          <p:cNvGrpSpPr/>
          <p:nvPr/>
        </p:nvGrpSpPr>
        <p:grpSpPr>
          <a:xfrm>
            <a:off x="2061722" y="272517"/>
            <a:ext cx="3203557" cy="6407518"/>
            <a:chOff x="8666331" y="315797"/>
            <a:chExt cx="3366722" cy="68580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D5979D2-F6B0-7D5A-F4B0-EA6C748AE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3AB2F14-6B93-3661-1057-2DBDD4152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AA0BE05-0767-5747-AEDF-DDFBF8EE3131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Rounded Rectangle 55">
            <a:extLst>
              <a:ext uri="{FF2B5EF4-FFF2-40B4-BE49-F238E27FC236}">
                <a16:creationId xmlns:a16="http://schemas.microsoft.com/office/drawing/2014/main" id="{E7B6BD0B-8A18-7408-2B55-438CDD68DDF7}"/>
              </a:ext>
            </a:extLst>
          </p:cNvPr>
          <p:cNvSpPr/>
          <p:nvPr/>
        </p:nvSpPr>
        <p:spPr>
          <a:xfrm>
            <a:off x="4457892" y="755889"/>
            <a:ext cx="492996" cy="1979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06E296-A1E8-D7DE-AE92-2266FD38C3D4}"/>
              </a:ext>
            </a:extLst>
          </p:cNvPr>
          <p:cNvGrpSpPr/>
          <p:nvPr/>
        </p:nvGrpSpPr>
        <p:grpSpPr>
          <a:xfrm>
            <a:off x="2499475" y="2299504"/>
            <a:ext cx="1003689" cy="977636"/>
            <a:chOff x="1972464" y="1660015"/>
            <a:chExt cx="1061884" cy="1117692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3FE9341-6686-C2EF-261F-B9FC207B0330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FFB63A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1FC4561-EFD0-71CF-EE4A-9873E04C3F9C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FF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4247513-9106-4C34-0DB7-3961056DBDE2}"/>
              </a:ext>
            </a:extLst>
          </p:cNvPr>
          <p:cNvGrpSpPr/>
          <p:nvPr/>
        </p:nvGrpSpPr>
        <p:grpSpPr>
          <a:xfrm>
            <a:off x="3816663" y="2299504"/>
            <a:ext cx="1003689" cy="977636"/>
            <a:chOff x="1972464" y="1660015"/>
            <a:chExt cx="1061884" cy="111769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CF17621-1A97-0567-94ED-F2D4FB5AF905}"/>
                </a:ext>
              </a:extLst>
            </p:cNvPr>
            <p:cNvSpPr/>
            <p:nvPr/>
          </p:nvSpPr>
          <p:spPr>
            <a:xfrm>
              <a:off x="1972464" y="1660015"/>
              <a:ext cx="1061884" cy="1117692"/>
            </a:xfrm>
            <a:prstGeom prst="roundRect">
              <a:avLst/>
            </a:prstGeom>
            <a:solidFill>
              <a:srgbClr val="B1E5F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81DAFE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E09E56C-5F47-19C2-5DE0-59B45BAD6D9E}"/>
                </a:ext>
              </a:extLst>
            </p:cNvPr>
            <p:cNvSpPr/>
            <p:nvPr/>
          </p:nvSpPr>
          <p:spPr>
            <a:xfrm>
              <a:off x="2291590" y="1749598"/>
              <a:ext cx="423627" cy="423627"/>
            </a:xfrm>
            <a:prstGeom prst="ellipse">
              <a:avLst/>
            </a:prstGeom>
            <a:solidFill>
              <a:srgbClr val="01CE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95CBAF5-702A-294F-7133-E5A9AD029BCF}"/>
              </a:ext>
            </a:extLst>
          </p:cNvPr>
          <p:cNvSpPr txBox="1"/>
          <p:nvPr/>
        </p:nvSpPr>
        <p:spPr>
          <a:xfrm>
            <a:off x="2630131" y="2864529"/>
            <a:ext cx="806262" cy="217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6-A</a:t>
            </a:r>
            <a:endParaRPr lang="en-IN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D43B8C-BF6E-449F-69FD-EBB98E65DE58}"/>
              </a:ext>
            </a:extLst>
          </p:cNvPr>
          <p:cNvSpPr txBox="1"/>
          <p:nvPr/>
        </p:nvSpPr>
        <p:spPr>
          <a:xfrm>
            <a:off x="3921096" y="2852595"/>
            <a:ext cx="806262" cy="217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Class 7-A</a:t>
            </a:r>
            <a:endParaRPr lang="en-IN" sz="800" b="1" dirty="0"/>
          </a:p>
        </p:txBody>
      </p:sp>
      <p:pic>
        <p:nvPicPr>
          <p:cNvPr id="41" name="Graphic 40" descr="Classroom with solid fill">
            <a:extLst>
              <a:ext uri="{FF2B5EF4-FFF2-40B4-BE49-F238E27FC236}">
                <a16:creationId xmlns:a16="http://schemas.microsoft.com/office/drawing/2014/main" id="{B89A0342-AB7C-0EC6-608F-728A8ED8F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7820" y="2407840"/>
            <a:ext cx="305585" cy="305585"/>
          </a:xfrm>
          <a:prstGeom prst="rect">
            <a:avLst/>
          </a:prstGeom>
        </p:spPr>
      </p:pic>
      <p:pic>
        <p:nvPicPr>
          <p:cNvPr id="43" name="Graphic 42" descr="Classroom with solid fill">
            <a:extLst>
              <a:ext uri="{FF2B5EF4-FFF2-40B4-BE49-F238E27FC236}">
                <a16:creationId xmlns:a16="http://schemas.microsoft.com/office/drawing/2014/main" id="{30900C9F-F1DA-4422-4D92-C09502733E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5008" y="2398516"/>
            <a:ext cx="305585" cy="30558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2B67BD5-0547-BC48-F08E-DC3561C7F1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911" y="561140"/>
            <a:ext cx="833886" cy="8338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EEA24C7-EF6B-611D-26A4-593C2A998955}"/>
              </a:ext>
            </a:extLst>
          </p:cNvPr>
          <p:cNvSpPr txBox="1"/>
          <p:nvPr/>
        </p:nvSpPr>
        <p:spPr>
          <a:xfrm>
            <a:off x="2408272" y="1299298"/>
            <a:ext cx="1385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Welcome Mr. 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461736-DD0C-9DA5-C2B6-590A4EDAE255}"/>
              </a:ext>
            </a:extLst>
          </p:cNvPr>
          <p:cNvSpPr txBox="1"/>
          <p:nvPr/>
        </p:nvSpPr>
        <p:spPr>
          <a:xfrm>
            <a:off x="2410070" y="1840937"/>
            <a:ext cx="1267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3986"/>
                </a:solidFill>
              </a:rPr>
              <a:t>Your classes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57B710-7BBC-2B7C-90AE-0FC81F0E8323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Teacher Home Page - Mobile</a:t>
            </a:r>
            <a:endParaRPr lang="en-IN" sz="36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ED9C186-EEA3-D7B2-91A3-7EBF89FC4A58}"/>
              </a:ext>
            </a:extLst>
          </p:cNvPr>
          <p:cNvGrpSpPr/>
          <p:nvPr/>
        </p:nvGrpSpPr>
        <p:grpSpPr>
          <a:xfrm>
            <a:off x="5703032" y="272517"/>
            <a:ext cx="3203557" cy="6407518"/>
            <a:chOff x="1477459" y="279729"/>
            <a:chExt cx="3203557" cy="640751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B0F82D8-3648-485F-FA35-1DA07CA15EAC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6EF97B3C-A815-DF25-9055-C1F49A58D1A0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08650A99-0D4F-819B-353F-72B9E237B03E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B688ECD7-1BB4-F379-A315-A00CA1FABA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Rounded Rectangle 55">
                  <a:extLst>
                    <a:ext uri="{FF2B5EF4-FFF2-40B4-BE49-F238E27FC236}">
                      <a16:creationId xmlns:a16="http://schemas.microsoft.com/office/drawing/2014/main" id="{86CB8391-A90F-688D-E67C-AABE3019EDEB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AD20066-9C7C-5F96-46BB-EF241AAD6910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606BEA8-81D9-9154-620F-B650F7AF320A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122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Home</a:t>
                </a:r>
                <a:r>
                  <a:rPr lang="en-US" dirty="0"/>
                  <a:t>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Classes</a:t>
                </a:r>
                <a:endParaRPr lang="en-IN" dirty="0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CF325A2-C904-0115-361C-BA831622F95E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C5539DCF-7A38-5761-F21B-CA4C2F793776}"/>
                  </a:ext>
                </a:extLst>
              </p:cNvPr>
              <p:cNvCxnSpPr/>
              <p:nvPr/>
            </p:nvCxnSpPr>
            <p:spPr>
              <a:xfrm>
                <a:off x="6002691" y="3110504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7F42A23-1018-1789-BE38-173BCC6D69B0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321B6298-4C33-1DAD-94DD-7399DDE155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12B6649C-0445-9024-7543-C5FE3757EF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2D26091-8E3E-F2C6-32C1-CB949BCCC486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30F8E88-7FAB-34BA-AA2D-9EC6F71FB01A}"/>
                </a:ext>
              </a:extLst>
            </p:cNvPr>
            <p:cNvSpPr txBox="1"/>
            <p:nvPr/>
          </p:nvSpPr>
          <p:spPr>
            <a:xfrm>
              <a:off x="2159935" y="1377044"/>
              <a:ext cx="159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Mr. A</a:t>
              </a:r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9599A0EF-93BC-077B-9B5F-16CD46429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295B2FAB-9668-A9F4-963E-599111754708}"/>
              </a:ext>
            </a:extLst>
          </p:cNvPr>
          <p:cNvSpPr txBox="1"/>
          <p:nvPr/>
        </p:nvSpPr>
        <p:spPr>
          <a:xfrm>
            <a:off x="6033725" y="2974796"/>
            <a:ext cx="2505089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Profile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155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424AB-9C3F-384D-DB36-6E7E60CC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8A7598B-F515-3277-9DA8-6456F25DB5BC}"/>
              </a:ext>
            </a:extLst>
          </p:cNvPr>
          <p:cNvGrpSpPr/>
          <p:nvPr/>
        </p:nvGrpSpPr>
        <p:grpSpPr>
          <a:xfrm>
            <a:off x="6024786" y="246468"/>
            <a:ext cx="3203557" cy="6407518"/>
            <a:chOff x="1477459" y="279729"/>
            <a:chExt cx="3203557" cy="64075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143C5D7-373A-1C88-BF6C-2BEB56C2FC4E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133EDA8-CB5D-FE5B-75EF-0FECBA2B3BCA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D00F58AD-BCB4-66C2-D30E-E9B6416F2673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AA305927-BECC-989F-5428-15754EBBE6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Rounded Rectangle 55">
                  <a:extLst>
                    <a:ext uri="{FF2B5EF4-FFF2-40B4-BE49-F238E27FC236}">
                      <a16:creationId xmlns:a16="http://schemas.microsoft.com/office/drawing/2014/main" id="{EFC1D3EF-97F0-A634-4293-A6A141083D6F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0D56DEF-6043-194E-6E9A-FBD8AF89472B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1948E-4154-6CDD-11D5-B10365827DDB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122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/>
                  <a:t>Home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3986"/>
                    </a:solidFill>
                  </a:rPr>
                  <a:t>Classes</a:t>
                </a:r>
                <a:endParaRPr lang="en-IN" dirty="0">
                  <a:solidFill>
                    <a:srgbClr val="FF3986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664A3FF-D8C5-99C3-553A-5EB817DB7448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372FF85-0BD7-60FF-5426-687C9119D000}"/>
                  </a:ext>
                </a:extLst>
              </p:cNvPr>
              <p:cNvCxnSpPr/>
              <p:nvPr/>
            </p:nvCxnSpPr>
            <p:spPr>
              <a:xfrm>
                <a:off x="6002691" y="3110504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09FD40-F0B9-1D26-F267-D857C1FB29B7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1E7558F-833A-EE82-2F68-38E09A9050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2BC690F-6F32-DD33-4DF5-18D03AB7E6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01FD656-9D66-42E6-628E-C598C9ECC9D8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131E07-AE4A-C83A-276E-72F6B72E350C}"/>
                </a:ext>
              </a:extLst>
            </p:cNvPr>
            <p:cNvSpPr txBox="1"/>
            <p:nvPr/>
          </p:nvSpPr>
          <p:spPr>
            <a:xfrm>
              <a:off x="2159935" y="1377044"/>
              <a:ext cx="159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Mr. A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8AD63590-7D9A-C588-F4C0-B54D040AF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1E0391-C402-C4A9-6CD3-30BA96EB4BC5}"/>
              </a:ext>
            </a:extLst>
          </p:cNvPr>
          <p:cNvGrpSpPr/>
          <p:nvPr/>
        </p:nvGrpSpPr>
        <p:grpSpPr>
          <a:xfrm>
            <a:off x="2474679" y="272517"/>
            <a:ext cx="3203557" cy="6407518"/>
            <a:chOff x="8666331" y="315797"/>
            <a:chExt cx="3366722" cy="68580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C66CE6F-427A-7418-2BFB-2564D1E57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0C9583A-AE68-B83F-6469-595B5A32E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74B4115-F462-2E32-F82C-248C76F10348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Rounded Rectangle 55">
            <a:extLst>
              <a:ext uri="{FF2B5EF4-FFF2-40B4-BE49-F238E27FC236}">
                <a16:creationId xmlns:a16="http://schemas.microsoft.com/office/drawing/2014/main" id="{936FB8E8-9D94-6746-0158-6F10ED5D0DB4}"/>
              </a:ext>
            </a:extLst>
          </p:cNvPr>
          <p:cNvSpPr/>
          <p:nvPr/>
        </p:nvSpPr>
        <p:spPr>
          <a:xfrm>
            <a:off x="4870849" y="755889"/>
            <a:ext cx="492996" cy="1979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FFAE3D5-5E8D-B241-87BB-0BC4F718A6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868" y="561140"/>
            <a:ext cx="833886" cy="8338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E27EF9B-0673-872F-22FA-E0D256BB91CD}"/>
              </a:ext>
            </a:extLst>
          </p:cNvPr>
          <p:cNvSpPr txBox="1"/>
          <p:nvPr/>
        </p:nvSpPr>
        <p:spPr>
          <a:xfrm>
            <a:off x="2821229" y="1299298"/>
            <a:ext cx="1385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Class 6-A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70411-7E7F-5C8F-B7D9-A3568706756F}"/>
              </a:ext>
            </a:extLst>
          </p:cNvPr>
          <p:cNvSpPr txBox="1"/>
          <p:nvPr/>
        </p:nvSpPr>
        <p:spPr>
          <a:xfrm>
            <a:off x="6355479" y="2948747"/>
            <a:ext cx="2505089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Profile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87207C-49FB-9A82-FE47-D7AA7AC3B39C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Teacher Classes Page - Mobile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21ACB-6331-CEEE-FCD3-3949EC83A155}"/>
              </a:ext>
            </a:extLst>
          </p:cNvPr>
          <p:cNvSpPr txBox="1"/>
          <p:nvPr/>
        </p:nvSpPr>
        <p:spPr>
          <a:xfrm>
            <a:off x="2785891" y="1897308"/>
            <a:ext cx="2336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3986"/>
                </a:solidFill>
              </a:rPr>
              <a:t>Students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D7A89F-32AD-BBE3-8D90-8F93C35EE978}"/>
              </a:ext>
            </a:extLst>
          </p:cNvPr>
          <p:cNvGrpSpPr/>
          <p:nvPr/>
        </p:nvGrpSpPr>
        <p:grpSpPr>
          <a:xfrm>
            <a:off x="2854714" y="2322408"/>
            <a:ext cx="2313376" cy="1821130"/>
            <a:chOff x="5750437" y="2911541"/>
            <a:chExt cx="2313376" cy="182113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8FBDDD9-A3A9-8E73-8A2E-5CE15DC724FF}"/>
                </a:ext>
              </a:extLst>
            </p:cNvPr>
            <p:cNvSpPr/>
            <p:nvPr/>
          </p:nvSpPr>
          <p:spPr>
            <a:xfrm>
              <a:off x="5750437" y="2911541"/>
              <a:ext cx="2313376" cy="218014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BE06733-CC63-BA6F-15E9-3B831C67751B}"/>
                </a:ext>
              </a:extLst>
            </p:cNvPr>
            <p:cNvGrpSpPr/>
            <p:nvPr/>
          </p:nvGrpSpPr>
          <p:grpSpPr>
            <a:xfrm>
              <a:off x="5750437" y="3142809"/>
              <a:ext cx="2313376" cy="1589862"/>
              <a:chOff x="5750437" y="3142809"/>
              <a:chExt cx="2313376" cy="158986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C6FAD44-33B9-0C50-7397-AB4EB7A74DFE}"/>
                  </a:ext>
                </a:extLst>
              </p:cNvPr>
              <p:cNvSpPr/>
              <p:nvPr/>
            </p:nvSpPr>
            <p:spPr>
              <a:xfrm>
                <a:off x="5750437" y="3142809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E8A4B3B-22EF-02FF-35C9-9393DB64293E}"/>
                  </a:ext>
                </a:extLst>
              </p:cNvPr>
              <p:cNvSpPr/>
              <p:nvPr/>
            </p:nvSpPr>
            <p:spPr>
              <a:xfrm>
                <a:off x="5750437" y="3369802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055FBF1-E6CD-73C0-8974-1C9CD7E756FE}"/>
                  </a:ext>
                </a:extLst>
              </p:cNvPr>
              <p:cNvSpPr/>
              <p:nvPr/>
            </p:nvSpPr>
            <p:spPr>
              <a:xfrm>
                <a:off x="5750437" y="3601070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098C9C4-9462-6131-A0EE-CF042CF33034}"/>
                  </a:ext>
                </a:extLst>
              </p:cNvPr>
              <p:cNvSpPr/>
              <p:nvPr/>
            </p:nvSpPr>
            <p:spPr>
              <a:xfrm>
                <a:off x="5750437" y="3825128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0EE2B73-85D0-373E-28F4-B705D2D48E8A}"/>
                  </a:ext>
                </a:extLst>
              </p:cNvPr>
              <p:cNvSpPr/>
              <p:nvPr/>
            </p:nvSpPr>
            <p:spPr>
              <a:xfrm>
                <a:off x="5750437" y="4056396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C36FA97-658C-9B6E-7D2F-70CFB3803BF3}"/>
                  </a:ext>
                </a:extLst>
              </p:cNvPr>
              <p:cNvSpPr/>
              <p:nvPr/>
            </p:nvSpPr>
            <p:spPr>
              <a:xfrm>
                <a:off x="5750437" y="4283389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739A27D-3426-97C3-B82A-214CFAD634C4}"/>
                  </a:ext>
                </a:extLst>
              </p:cNvPr>
              <p:cNvSpPr/>
              <p:nvPr/>
            </p:nvSpPr>
            <p:spPr>
              <a:xfrm>
                <a:off x="5750437" y="4514657"/>
                <a:ext cx="2313376" cy="218014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pic>
        <p:nvPicPr>
          <p:cNvPr id="37" name="Graphic 36" descr="Caret Down with solid fill">
            <a:extLst>
              <a:ext uri="{FF2B5EF4-FFF2-40B4-BE49-F238E27FC236}">
                <a16:creationId xmlns:a16="http://schemas.microsoft.com/office/drawing/2014/main" id="{14BBF070-9F31-8F35-A0C7-6100818554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4999158" y="2369012"/>
            <a:ext cx="124805" cy="124805"/>
          </a:xfrm>
          <a:prstGeom prst="rect">
            <a:avLst/>
          </a:prstGeom>
        </p:spPr>
      </p:pic>
      <p:pic>
        <p:nvPicPr>
          <p:cNvPr id="39" name="Graphic 38" descr="Caret Down with solid fill">
            <a:extLst>
              <a:ext uri="{FF2B5EF4-FFF2-40B4-BE49-F238E27FC236}">
                <a16:creationId xmlns:a16="http://schemas.microsoft.com/office/drawing/2014/main" id="{1FE94AED-94C3-8F13-D92F-1293E549F0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4999157" y="2593282"/>
            <a:ext cx="124805" cy="124805"/>
          </a:xfrm>
          <a:prstGeom prst="rect">
            <a:avLst/>
          </a:prstGeom>
        </p:spPr>
      </p:pic>
      <p:pic>
        <p:nvPicPr>
          <p:cNvPr id="41" name="Graphic 40" descr="Caret Down with solid fill">
            <a:extLst>
              <a:ext uri="{FF2B5EF4-FFF2-40B4-BE49-F238E27FC236}">
                <a16:creationId xmlns:a16="http://schemas.microsoft.com/office/drawing/2014/main" id="{9B127070-8AB8-4E4F-DB34-4F0E36E0B2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4999156" y="2822775"/>
            <a:ext cx="124805" cy="124805"/>
          </a:xfrm>
          <a:prstGeom prst="rect">
            <a:avLst/>
          </a:prstGeom>
        </p:spPr>
      </p:pic>
      <p:pic>
        <p:nvPicPr>
          <p:cNvPr id="43" name="Graphic 42" descr="Caret Down with solid fill">
            <a:extLst>
              <a:ext uri="{FF2B5EF4-FFF2-40B4-BE49-F238E27FC236}">
                <a16:creationId xmlns:a16="http://schemas.microsoft.com/office/drawing/2014/main" id="{C96A66E3-7D09-E6AD-3036-0AB93B583D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4999155" y="3062078"/>
            <a:ext cx="124805" cy="124805"/>
          </a:xfrm>
          <a:prstGeom prst="rect">
            <a:avLst/>
          </a:prstGeom>
        </p:spPr>
      </p:pic>
      <p:pic>
        <p:nvPicPr>
          <p:cNvPr id="47" name="Graphic 46" descr="Caret Down with solid fill">
            <a:extLst>
              <a:ext uri="{FF2B5EF4-FFF2-40B4-BE49-F238E27FC236}">
                <a16:creationId xmlns:a16="http://schemas.microsoft.com/office/drawing/2014/main" id="{3D99F29E-DA0D-E606-22AA-F656F9EEA5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5006345" y="3291397"/>
            <a:ext cx="124805" cy="124805"/>
          </a:xfrm>
          <a:prstGeom prst="rect">
            <a:avLst/>
          </a:prstGeom>
        </p:spPr>
      </p:pic>
      <p:pic>
        <p:nvPicPr>
          <p:cNvPr id="49" name="Graphic 48" descr="Caret Down with solid fill">
            <a:extLst>
              <a:ext uri="{FF2B5EF4-FFF2-40B4-BE49-F238E27FC236}">
                <a16:creationId xmlns:a16="http://schemas.microsoft.com/office/drawing/2014/main" id="{41287F62-1E31-9430-9702-6D8240E672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5006345" y="3494788"/>
            <a:ext cx="124805" cy="124805"/>
          </a:xfrm>
          <a:prstGeom prst="rect">
            <a:avLst/>
          </a:prstGeom>
        </p:spPr>
      </p:pic>
      <p:pic>
        <p:nvPicPr>
          <p:cNvPr id="50" name="Graphic 49" descr="Caret Down with solid fill">
            <a:extLst>
              <a:ext uri="{FF2B5EF4-FFF2-40B4-BE49-F238E27FC236}">
                <a16:creationId xmlns:a16="http://schemas.microsoft.com/office/drawing/2014/main" id="{AF26BC88-0E43-3635-CB8A-8F76AF9C7C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4997699" y="3726666"/>
            <a:ext cx="124805" cy="124805"/>
          </a:xfrm>
          <a:prstGeom prst="rect">
            <a:avLst/>
          </a:prstGeom>
        </p:spPr>
      </p:pic>
      <p:pic>
        <p:nvPicPr>
          <p:cNvPr id="52" name="Graphic 51" descr="Caret Down with solid fill">
            <a:extLst>
              <a:ext uri="{FF2B5EF4-FFF2-40B4-BE49-F238E27FC236}">
                <a16:creationId xmlns:a16="http://schemas.microsoft.com/office/drawing/2014/main" id="{410FA862-5611-89C0-511A-F128656C0F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4987867" y="3964364"/>
            <a:ext cx="124805" cy="12480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16717E8-673B-B7E6-77FF-BCE7DB9A24F8}"/>
              </a:ext>
            </a:extLst>
          </p:cNvPr>
          <p:cNvSpPr txBox="1"/>
          <p:nvPr/>
        </p:nvSpPr>
        <p:spPr>
          <a:xfrm>
            <a:off x="2906422" y="2314149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CA6FFD-57B4-AC68-9DEB-1AF3432CB868}"/>
              </a:ext>
            </a:extLst>
          </p:cNvPr>
          <p:cNvSpPr txBox="1"/>
          <p:nvPr/>
        </p:nvSpPr>
        <p:spPr>
          <a:xfrm>
            <a:off x="2906422" y="2545067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B67BB8-38AB-625B-10BA-3A6BA2E787E2}"/>
              </a:ext>
            </a:extLst>
          </p:cNvPr>
          <p:cNvSpPr txBox="1"/>
          <p:nvPr/>
        </p:nvSpPr>
        <p:spPr>
          <a:xfrm>
            <a:off x="2905092" y="2773939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64B293-E91D-9999-32F4-C5739E7D6139}"/>
              </a:ext>
            </a:extLst>
          </p:cNvPr>
          <p:cNvSpPr txBox="1"/>
          <p:nvPr/>
        </p:nvSpPr>
        <p:spPr>
          <a:xfrm>
            <a:off x="2913854" y="2999716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EF642B-0D4F-3A95-C53B-D004FF022ECD}"/>
              </a:ext>
            </a:extLst>
          </p:cNvPr>
          <p:cNvSpPr txBox="1"/>
          <p:nvPr/>
        </p:nvSpPr>
        <p:spPr>
          <a:xfrm>
            <a:off x="2913854" y="3226160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64D12C-3161-925E-0097-81837386C366}"/>
              </a:ext>
            </a:extLst>
          </p:cNvPr>
          <p:cNvSpPr txBox="1"/>
          <p:nvPr/>
        </p:nvSpPr>
        <p:spPr>
          <a:xfrm>
            <a:off x="2913854" y="3450227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F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612934-B0E2-B48B-7D19-7B7139516770}"/>
              </a:ext>
            </a:extLst>
          </p:cNvPr>
          <p:cNvSpPr txBox="1"/>
          <p:nvPr/>
        </p:nvSpPr>
        <p:spPr>
          <a:xfrm>
            <a:off x="2913854" y="3678484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11D3E7-410B-B55B-7C56-6A5412CA9EA7}"/>
              </a:ext>
            </a:extLst>
          </p:cNvPr>
          <p:cNvSpPr txBox="1"/>
          <p:nvPr/>
        </p:nvSpPr>
        <p:spPr>
          <a:xfrm>
            <a:off x="2913854" y="3922649"/>
            <a:ext cx="1703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Student H</a:t>
            </a:r>
          </a:p>
        </p:txBody>
      </p:sp>
    </p:spTree>
    <p:extLst>
      <p:ext uri="{BB962C8B-B14F-4D97-AF65-F5344CB8AC3E}">
        <p14:creationId xmlns:p14="http://schemas.microsoft.com/office/powerpoint/2010/main" val="3773393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8BAF2-7101-14D3-7522-F8CC0F89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9483DEE-B1C4-10D3-CEE2-52374E8EB1EE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Teacher Profile Page - Mobile</a:t>
            </a:r>
            <a:endParaRPr lang="en-IN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7C4DB2-8047-2380-63B1-98C9F751A0AA}"/>
              </a:ext>
            </a:extLst>
          </p:cNvPr>
          <p:cNvSpPr txBox="1"/>
          <p:nvPr/>
        </p:nvSpPr>
        <p:spPr>
          <a:xfrm>
            <a:off x="3046412" y="1405778"/>
            <a:ext cx="159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Mr. A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C134B9-C771-8FD8-498B-C8574124B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672069" y="1398419"/>
            <a:ext cx="374343" cy="37919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FD678C2-113E-A9FE-E925-8C52EFF991E9}"/>
              </a:ext>
            </a:extLst>
          </p:cNvPr>
          <p:cNvGrpSpPr/>
          <p:nvPr/>
        </p:nvGrpSpPr>
        <p:grpSpPr>
          <a:xfrm>
            <a:off x="2294068" y="225241"/>
            <a:ext cx="3132884" cy="6407517"/>
            <a:chOff x="8666331" y="315797"/>
            <a:chExt cx="3366722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FD53C7-F7D2-DE73-599B-3C6032A7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F81411-B446-7370-9412-20AD415A3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7D72BC-9AA7-D2A1-3265-76A24A503F3C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D6D9A2-C40B-0509-7D13-C8454D1AF153}"/>
              </a:ext>
            </a:extLst>
          </p:cNvPr>
          <p:cNvSpPr/>
          <p:nvPr/>
        </p:nvSpPr>
        <p:spPr>
          <a:xfrm>
            <a:off x="3373051" y="5349506"/>
            <a:ext cx="1180690" cy="61138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Logout</a:t>
            </a:r>
            <a:endParaRPr lang="en-IN" sz="1200" dirty="0"/>
          </a:p>
        </p:txBody>
      </p:sp>
      <p:sp>
        <p:nvSpPr>
          <p:cNvPr id="9" name="Rounded Rectangle 55">
            <a:extLst>
              <a:ext uri="{FF2B5EF4-FFF2-40B4-BE49-F238E27FC236}">
                <a16:creationId xmlns:a16="http://schemas.microsoft.com/office/drawing/2014/main" id="{E1C4DD7B-E00C-F6AD-AE9D-6672F8F340C3}"/>
              </a:ext>
            </a:extLst>
          </p:cNvPr>
          <p:cNvSpPr/>
          <p:nvPr/>
        </p:nvSpPr>
        <p:spPr>
          <a:xfrm>
            <a:off x="4660483" y="754580"/>
            <a:ext cx="489966" cy="233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8536553-4A6F-40AB-95AD-EA9CE88BE2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569" y="368511"/>
            <a:ext cx="833886" cy="83388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541E3FB9-8AFA-1BED-C4C3-FF47C329423B}"/>
              </a:ext>
            </a:extLst>
          </p:cNvPr>
          <p:cNvGrpSpPr/>
          <p:nvPr/>
        </p:nvGrpSpPr>
        <p:grpSpPr>
          <a:xfrm>
            <a:off x="5801295" y="225241"/>
            <a:ext cx="3203557" cy="6407518"/>
            <a:chOff x="1477459" y="279729"/>
            <a:chExt cx="3203557" cy="640751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4E3E433-686C-7AFE-EC78-D0902463C33B}"/>
                </a:ext>
              </a:extLst>
            </p:cNvPr>
            <p:cNvGrpSpPr/>
            <p:nvPr/>
          </p:nvGrpSpPr>
          <p:grpSpPr>
            <a:xfrm>
              <a:off x="1585492" y="336755"/>
              <a:ext cx="2969343" cy="6184490"/>
              <a:chOff x="5681495" y="395748"/>
              <a:chExt cx="2969343" cy="6184490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F0928A8-C852-0309-CC3C-7C6D683D521C}"/>
                  </a:ext>
                </a:extLst>
              </p:cNvPr>
              <p:cNvGrpSpPr/>
              <p:nvPr/>
            </p:nvGrpSpPr>
            <p:grpSpPr>
              <a:xfrm>
                <a:off x="5681495" y="395748"/>
                <a:ext cx="2969343" cy="6184490"/>
                <a:chOff x="1651819" y="395748"/>
                <a:chExt cx="2969343" cy="6184490"/>
              </a:xfrm>
            </p:grpSpPr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450790EE-3704-1D31-57A0-579A1546B4B7}"/>
                    </a:ext>
                  </a:extLst>
                </p:cNvPr>
                <p:cNvSpPr/>
                <p:nvPr/>
              </p:nvSpPr>
              <p:spPr>
                <a:xfrm>
                  <a:off x="1651819" y="395748"/>
                  <a:ext cx="2969343" cy="6184490"/>
                </a:xfrm>
                <a:prstGeom prst="roundRect">
                  <a:avLst/>
                </a:prstGeom>
                <a:noFill/>
                <a:ln>
                  <a:solidFill>
                    <a:srgbClr val="F7119A"/>
                  </a:solidFill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676908EB-DF3B-49FE-F96A-60E51AA60F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3056" y="4119543"/>
                  <a:ext cx="144000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Rounded Rectangle 55">
                  <a:extLst>
                    <a:ext uri="{FF2B5EF4-FFF2-40B4-BE49-F238E27FC236}">
                      <a16:creationId xmlns:a16="http://schemas.microsoft.com/office/drawing/2014/main" id="{3ADD4FBB-B26C-BAB7-56C7-65A4A33D5DFB}"/>
                    </a:ext>
                  </a:extLst>
                </p:cNvPr>
                <p:cNvSpPr/>
                <p:nvPr/>
              </p:nvSpPr>
              <p:spPr>
                <a:xfrm>
                  <a:off x="3967601" y="749565"/>
                  <a:ext cx="423420" cy="20300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AU" sz="2400" dirty="0">
                      <a:solidFill>
                        <a:srgbClr val="01CED1"/>
                      </a:solidFill>
                    </a:rPr>
                    <a:t>✕</a:t>
                  </a:r>
                </a:p>
              </p:txBody>
            </p:sp>
          </p:grp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D6ACAA8-A2EC-0D0E-4D42-F57D05D7F4A0}"/>
                  </a:ext>
                </a:extLst>
              </p:cNvPr>
              <p:cNvSpPr/>
              <p:nvPr/>
            </p:nvSpPr>
            <p:spPr>
              <a:xfrm>
                <a:off x="5840963" y="636827"/>
                <a:ext cx="2677886" cy="570799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3ED41D5-D765-0148-48E5-FC653C2C7AD8}"/>
                  </a:ext>
                </a:extLst>
              </p:cNvPr>
              <p:cNvSpPr txBox="1"/>
              <p:nvPr/>
            </p:nvSpPr>
            <p:spPr>
              <a:xfrm>
                <a:off x="5896411" y="1890142"/>
                <a:ext cx="2505089" cy="1122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/>
                  <a:t>Home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Classes</a:t>
                </a:r>
                <a:endParaRPr lang="en-IN" dirty="0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4FB9C23-2F6A-C822-0BA8-B496B758942B}"/>
                  </a:ext>
                </a:extLst>
              </p:cNvPr>
              <p:cNvCxnSpPr/>
              <p:nvPr/>
            </p:nvCxnSpPr>
            <p:spPr>
              <a:xfrm>
                <a:off x="5999584" y="2537221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A6A4FCBF-2538-7C83-0BDE-D568225DA625}"/>
                  </a:ext>
                </a:extLst>
              </p:cNvPr>
              <p:cNvCxnSpPr/>
              <p:nvPr/>
            </p:nvCxnSpPr>
            <p:spPr>
              <a:xfrm>
                <a:off x="6002691" y="3110504"/>
                <a:ext cx="2351314" cy="0"/>
              </a:xfrm>
              <a:prstGeom prst="line">
                <a:avLst/>
              </a:prstGeom>
              <a:ln>
                <a:solidFill>
                  <a:srgbClr val="01CE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DBA565A-71F8-D663-E1AB-009E5EBD579E}"/>
                </a:ext>
              </a:extLst>
            </p:cNvPr>
            <p:cNvGrpSpPr/>
            <p:nvPr/>
          </p:nvGrpSpPr>
          <p:grpSpPr>
            <a:xfrm>
              <a:off x="1477459" y="279729"/>
              <a:ext cx="3203557" cy="6407518"/>
              <a:chOff x="8666331" y="315797"/>
              <a:chExt cx="3366722" cy="6858000"/>
            </a:xfrm>
          </p:grpSpPr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728F4D66-B384-C651-90A3-9A221CA438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"/>
              <a:stretch>
                <a:fillRect/>
              </a:stretch>
            </p:blipFill>
            <p:spPr>
              <a:xfrm>
                <a:off x="8666331" y="315797"/>
                <a:ext cx="3366722" cy="6858000"/>
              </a:xfrm>
              <a:custGeom>
                <a:avLst/>
                <a:gdLst>
                  <a:gd name="connsiteX0" fmla="*/ 550680 w 3366722"/>
                  <a:gd name="connsiteY0" fmla="*/ 235307 h 6858000"/>
                  <a:gd name="connsiteX1" fmla="*/ 213532 w 3366722"/>
                  <a:gd name="connsiteY1" fmla="*/ 572455 h 6858000"/>
                  <a:gd name="connsiteX2" fmla="*/ 213532 w 3366722"/>
                  <a:gd name="connsiteY2" fmla="*/ 6270159 h 6858000"/>
                  <a:gd name="connsiteX3" fmla="*/ 550680 w 3366722"/>
                  <a:gd name="connsiteY3" fmla="*/ 6607307 h 6858000"/>
                  <a:gd name="connsiteX4" fmla="*/ 2828384 w 3366722"/>
                  <a:gd name="connsiteY4" fmla="*/ 6607307 h 6858000"/>
                  <a:gd name="connsiteX5" fmla="*/ 3165532 w 3366722"/>
                  <a:gd name="connsiteY5" fmla="*/ 6270159 h 6858000"/>
                  <a:gd name="connsiteX6" fmla="*/ 3165532 w 3366722"/>
                  <a:gd name="connsiteY6" fmla="*/ 572455 h 6858000"/>
                  <a:gd name="connsiteX7" fmla="*/ 2828384 w 3366722"/>
                  <a:gd name="connsiteY7" fmla="*/ 235307 h 6858000"/>
                  <a:gd name="connsiteX8" fmla="*/ 561132 w 3366722"/>
                  <a:gd name="connsiteY8" fmla="*/ 0 h 6858000"/>
                  <a:gd name="connsiteX9" fmla="*/ 2805590 w 3366722"/>
                  <a:gd name="connsiteY9" fmla="*/ 0 h 6858000"/>
                  <a:gd name="connsiteX10" fmla="*/ 3366722 w 3366722"/>
                  <a:gd name="connsiteY10" fmla="*/ 562440 h 6858000"/>
                  <a:gd name="connsiteX11" fmla="*/ 3366722 w 3366722"/>
                  <a:gd name="connsiteY11" fmla="*/ 6295560 h 6858000"/>
                  <a:gd name="connsiteX12" fmla="*/ 2805590 w 3366722"/>
                  <a:gd name="connsiteY12" fmla="*/ 6858000 h 6858000"/>
                  <a:gd name="connsiteX13" fmla="*/ 561132 w 3366722"/>
                  <a:gd name="connsiteY13" fmla="*/ 6858000 h 6858000"/>
                  <a:gd name="connsiteX14" fmla="*/ 0 w 3366722"/>
                  <a:gd name="connsiteY14" fmla="*/ 6295560 h 6858000"/>
                  <a:gd name="connsiteX15" fmla="*/ 0 w 3366722"/>
                  <a:gd name="connsiteY15" fmla="*/ 562440 h 6858000"/>
                  <a:gd name="connsiteX16" fmla="*/ 561132 w 3366722"/>
                  <a:gd name="connsiteY16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66722" h="6858000">
                    <a:moveTo>
                      <a:pt x="550680" y="235307"/>
                    </a:moveTo>
                    <a:cubicBezTo>
                      <a:pt x="364478" y="235307"/>
                      <a:pt x="213532" y="386253"/>
                      <a:pt x="213532" y="572455"/>
                    </a:cubicBezTo>
                    <a:lnTo>
                      <a:pt x="213532" y="6270159"/>
                    </a:lnTo>
                    <a:cubicBezTo>
                      <a:pt x="213532" y="6456361"/>
                      <a:pt x="364478" y="6607307"/>
                      <a:pt x="550680" y="6607307"/>
                    </a:cubicBezTo>
                    <a:lnTo>
                      <a:pt x="2828384" y="6607307"/>
                    </a:lnTo>
                    <a:cubicBezTo>
                      <a:pt x="3014586" y="6607307"/>
                      <a:pt x="3165532" y="6456361"/>
                      <a:pt x="3165532" y="6270159"/>
                    </a:cubicBezTo>
                    <a:lnTo>
                      <a:pt x="3165532" y="572455"/>
                    </a:lnTo>
                    <a:cubicBezTo>
                      <a:pt x="3165532" y="386253"/>
                      <a:pt x="3014586" y="235307"/>
                      <a:pt x="2828384" y="235307"/>
                    </a:cubicBezTo>
                    <a:close/>
                    <a:moveTo>
                      <a:pt x="561132" y="0"/>
                    </a:moveTo>
                    <a:lnTo>
                      <a:pt x="2805590" y="0"/>
                    </a:lnTo>
                    <a:cubicBezTo>
                      <a:pt x="3115495" y="0"/>
                      <a:pt x="3366722" y="251813"/>
                      <a:pt x="3366722" y="562440"/>
                    </a:cubicBezTo>
                    <a:lnTo>
                      <a:pt x="3366722" y="6295560"/>
                    </a:lnTo>
                    <a:cubicBezTo>
                      <a:pt x="3366722" y="6606187"/>
                      <a:pt x="3115495" y="6858000"/>
                      <a:pt x="2805590" y="6858000"/>
                    </a:cubicBezTo>
                    <a:lnTo>
                      <a:pt x="561132" y="6858000"/>
                    </a:lnTo>
                    <a:cubicBezTo>
                      <a:pt x="251227" y="6858000"/>
                      <a:pt x="0" y="6606187"/>
                      <a:pt x="0" y="6295560"/>
                    </a:cubicBezTo>
                    <a:lnTo>
                      <a:pt x="0" y="562440"/>
                    </a:lnTo>
                    <a:cubicBezTo>
                      <a:pt x="0" y="251813"/>
                      <a:pt x="251227" y="0"/>
                      <a:pt x="561132" y="0"/>
                    </a:cubicBezTo>
                    <a:close/>
                  </a:path>
                </a:pathLst>
              </a:custGeom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61F93056-B875-D72B-11A5-0D56A9FB04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380" y="483122"/>
                <a:ext cx="2439669" cy="456298"/>
              </a:xfrm>
              <a:prstGeom prst="rect">
                <a:avLst/>
              </a:prstGeom>
            </p:spPr>
          </p:pic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8AA75A4-D507-3456-0FAC-D906431F5EDD}"/>
                  </a:ext>
                </a:extLst>
              </p:cNvPr>
              <p:cNvSpPr/>
              <p:nvPr/>
            </p:nvSpPr>
            <p:spPr>
              <a:xfrm>
                <a:off x="9853125" y="738567"/>
                <a:ext cx="954165" cy="4808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E6A7E8E-1A83-8544-5195-078016DFFE8F}"/>
                </a:ext>
              </a:extLst>
            </p:cNvPr>
            <p:cNvSpPr txBox="1"/>
            <p:nvPr/>
          </p:nvSpPr>
          <p:spPr>
            <a:xfrm>
              <a:off x="2159935" y="1377044"/>
              <a:ext cx="159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Mr. A</a:t>
              </a: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3B0A9F2F-8E11-8D29-726F-99B58C719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1785592" y="1374539"/>
              <a:ext cx="374343" cy="374343"/>
            </a:xfrm>
            <a:prstGeom prst="rect">
              <a:avLst/>
            </a:prstGeom>
          </p:spPr>
        </p:pic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FF75898E-489A-908D-C99D-CEF6386AE4DB}"/>
              </a:ext>
            </a:extLst>
          </p:cNvPr>
          <p:cNvSpPr txBox="1"/>
          <p:nvPr/>
        </p:nvSpPr>
        <p:spPr>
          <a:xfrm>
            <a:off x="6131988" y="2927520"/>
            <a:ext cx="2505089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3986"/>
                </a:solidFill>
              </a:rPr>
              <a:t>Profile</a:t>
            </a:r>
            <a:endParaRPr lang="en-IN" dirty="0">
              <a:solidFill>
                <a:srgbClr val="FF398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B2E86-E039-02B1-0FFE-C0F551F3B980}"/>
              </a:ext>
            </a:extLst>
          </p:cNvPr>
          <p:cNvSpPr txBox="1"/>
          <p:nvPr/>
        </p:nvSpPr>
        <p:spPr>
          <a:xfrm>
            <a:off x="2609462" y="2044111"/>
            <a:ext cx="197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School A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B86789-5A4E-1808-5751-A86B6D62DCB2}"/>
              </a:ext>
            </a:extLst>
          </p:cNvPr>
          <p:cNvSpPr txBox="1"/>
          <p:nvPr/>
        </p:nvSpPr>
        <p:spPr>
          <a:xfrm>
            <a:off x="2609462" y="2393428"/>
            <a:ext cx="197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Email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462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BCCC9-9D21-E376-112B-A7810E55E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PARENT TRACK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6B32A-ED10-2DE5-2B2F-01B2BCA1D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2020840"/>
            <a:ext cx="6780700" cy="281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5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1318-020D-55DA-BD5E-42D9B24B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05A796B-4F9F-3EC2-6238-EDE6D6A17C8B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Parent Sign In Page - Mobile</a:t>
            </a:r>
            <a:endParaRPr lang="en-IN" sz="36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C84F8D-C980-7B76-5530-17AE5D079103}"/>
              </a:ext>
            </a:extLst>
          </p:cNvPr>
          <p:cNvGrpSpPr/>
          <p:nvPr/>
        </p:nvGrpSpPr>
        <p:grpSpPr>
          <a:xfrm>
            <a:off x="5211632" y="225241"/>
            <a:ext cx="3203557" cy="6407518"/>
            <a:chOff x="8666331" y="315797"/>
            <a:chExt cx="336672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8943445-56E3-1640-9D31-8CEBF8C2C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F4A227B-B867-FC0A-DAD6-1DE86E458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512641-6416-C581-F819-C7AAE282182A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B9785D3-A6DE-3087-1598-CAD059797127}"/>
              </a:ext>
            </a:extLst>
          </p:cNvPr>
          <p:cNvSpPr/>
          <p:nvPr/>
        </p:nvSpPr>
        <p:spPr>
          <a:xfrm>
            <a:off x="6185557" y="4303218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Continue</a:t>
            </a:r>
            <a:endParaRPr lang="en-IN" sz="120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1F419BA-0DAC-E24A-BDE7-2536816F0CA3}"/>
              </a:ext>
            </a:extLst>
          </p:cNvPr>
          <p:cNvSpPr/>
          <p:nvPr/>
        </p:nvSpPr>
        <p:spPr>
          <a:xfrm>
            <a:off x="5594499" y="221326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new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F9CBBF7-86BC-EF21-A416-F7F48FA07671}"/>
              </a:ext>
            </a:extLst>
          </p:cNvPr>
          <p:cNvSpPr/>
          <p:nvPr/>
        </p:nvSpPr>
        <p:spPr>
          <a:xfrm>
            <a:off x="5580725" y="314508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Re-enter your new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EC85CF-9F43-FB92-23C0-096AF1922061}"/>
              </a:ext>
            </a:extLst>
          </p:cNvPr>
          <p:cNvSpPr txBox="1"/>
          <p:nvPr/>
        </p:nvSpPr>
        <p:spPr>
          <a:xfrm>
            <a:off x="5510116" y="2880650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Confirm 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C5A71C-9DC0-C4E5-0527-19DAF39F81BC}"/>
              </a:ext>
            </a:extLst>
          </p:cNvPr>
          <p:cNvSpPr txBox="1"/>
          <p:nvPr/>
        </p:nvSpPr>
        <p:spPr>
          <a:xfrm>
            <a:off x="5541216" y="195069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72E9DE-9C33-B245-7810-206CFF272372}"/>
              </a:ext>
            </a:extLst>
          </p:cNvPr>
          <p:cNvSpPr txBox="1"/>
          <p:nvPr/>
        </p:nvSpPr>
        <p:spPr>
          <a:xfrm>
            <a:off x="5483404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Change your password for safety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5055C7D-96C4-7FDC-9060-0FEB1DF65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595" y="429473"/>
            <a:ext cx="833886" cy="833886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03AB6832-5C5B-2070-DCA9-79A85931D94F}"/>
              </a:ext>
            </a:extLst>
          </p:cNvPr>
          <p:cNvGrpSpPr/>
          <p:nvPr/>
        </p:nvGrpSpPr>
        <p:grpSpPr>
          <a:xfrm>
            <a:off x="1649265" y="225241"/>
            <a:ext cx="3203557" cy="6407518"/>
            <a:chOff x="8666331" y="315797"/>
            <a:chExt cx="3366722" cy="6858000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1BA01F57-D14C-8FC8-4FE7-42F7AF492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5666054-B85C-20EA-A842-A5DAB0AE5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C6D1259-A085-6E58-449F-BD19A6CACC79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3F66484-8928-7F7C-08CC-39E9067E6AF4}"/>
              </a:ext>
            </a:extLst>
          </p:cNvPr>
          <p:cNvSpPr/>
          <p:nvPr/>
        </p:nvSpPr>
        <p:spPr>
          <a:xfrm>
            <a:off x="2623190" y="4912819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Sign In</a:t>
            </a:r>
            <a:endParaRPr lang="en-IN" sz="1200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B725A90-0A58-42D8-4CA5-1B72995E9353}"/>
              </a:ext>
            </a:extLst>
          </p:cNvPr>
          <p:cNvSpPr/>
          <p:nvPr/>
        </p:nvSpPr>
        <p:spPr>
          <a:xfrm>
            <a:off x="2032132" y="221326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email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25B7015-3923-7FD7-FAC0-CF991F8BD7A9}"/>
              </a:ext>
            </a:extLst>
          </p:cNvPr>
          <p:cNvSpPr/>
          <p:nvPr/>
        </p:nvSpPr>
        <p:spPr>
          <a:xfrm>
            <a:off x="2018358" y="3145086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76B3A1-F127-7A72-AF26-1C32055A545C}"/>
              </a:ext>
            </a:extLst>
          </p:cNvPr>
          <p:cNvSpPr txBox="1"/>
          <p:nvPr/>
        </p:nvSpPr>
        <p:spPr>
          <a:xfrm>
            <a:off x="1947749" y="2880650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FFCDAA-4236-9540-E02B-5D09F0E7152E}"/>
              </a:ext>
            </a:extLst>
          </p:cNvPr>
          <p:cNvSpPr txBox="1"/>
          <p:nvPr/>
        </p:nvSpPr>
        <p:spPr>
          <a:xfrm>
            <a:off x="1978849" y="195069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Email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5288BB-BFA4-609F-1B64-17B89C39DB49}"/>
              </a:ext>
            </a:extLst>
          </p:cNvPr>
          <p:cNvSpPr txBox="1"/>
          <p:nvPr/>
        </p:nvSpPr>
        <p:spPr>
          <a:xfrm>
            <a:off x="1921037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CCA3012-6F1E-1F58-6B16-197658846D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28" y="429473"/>
            <a:ext cx="833886" cy="8338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FBF918-ED16-4933-0FCC-B0495C8F4296}"/>
              </a:ext>
            </a:extLst>
          </p:cNvPr>
          <p:cNvSpPr txBox="1"/>
          <p:nvPr/>
        </p:nvSpPr>
        <p:spPr>
          <a:xfrm>
            <a:off x="1961523" y="3774357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Student’s username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1B6768-8F0D-3537-D135-4E30A833A9CD}"/>
              </a:ext>
            </a:extLst>
          </p:cNvPr>
          <p:cNvSpPr/>
          <p:nvPr/>
        </p:nvSpPr>
        <p:spPr>
          <a:xfrm>
            <a:off x="2032132" y="4038793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kid’s username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20C010-E77F-859F-9986-B9646F382715}"/>
              </a:ext>
            </a:extLst>
          </p:cNvPr>
          <p:cNvGrpSpPr/>
          <p:nvPr/>
        </p:nvGrpSpPr>
        <p:grpSpPr>
          <a:xfrm>
            <a:off x="8973758" y="343227"/>
            <a:ext cx="2969343" cy="6184490"/>
            <a:chOff x="1641986" y="673510"/>
            <a:chExt cx="2969343" cy="618449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3BA2AEB-183A-E760-6AA3-8BB40953C730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9AC7025-18CC-E1CF-E3A8-66EDC3DFAADF}"/>
                </a:ext>
              </a:extLst>
            </p:cNvPr>
            <p:cNvGrpSpPr/>
            <p:nvPr/>
          </p:nvGrpSpPr>
          <p:grpSpPr>
            <a:xfrm>
              <a:off x="2474465" y="5156700"/>
              <a:ext cx="1349479" cy="529503"/>
              <a:chOff x="5828115" y="5635108"/>
              <a:chExt cx="1843549" cy="646999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0C138C8F-B2D0-4EF2-46E9-5663AFB2F990}"/>
                  </a:ext>
                </a:extLst>
              </p:cNvPr>
              <p:cNvSpPr/>
              <p:nvPr/>
            </p:nvSpPr>
            <p:spPr>
              <a:xfrm>
                <a:off x="5828115" y="5740684"/>
                <a:ext cx="1843549" cy="54142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Sign In</a:t>
                </a:r>
                <a:endParaRPr lang="en-IN" sz="1200" dirty="0"/>
              </a:p>
            </p:txBody>
          </p: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E75A3210-BF93-67F8-AD35-626C425BF5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AA40E8D-C431-29CC-CAB1-6CEF61FDDDB3}"/>
              </a:ext>
            </a:extLst>
          </p:cNvPr>
          <p:cNvGrpSpPr/>
          <p:nvPr/>
        </p:nvGrpSpPr>
        <p:grpSpPr>
          <a:xfrm>
            <a:off x="8852942" y="225241"/>
            <a:ext cx="3203557" cy="6407518"/>
            <a:chOff x="8666331" y="315797"/>
            <a:chExt cx="3366722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D854693-4D83-976F-CFDE-C64E0CCB0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F7DEE5-34C5-9FF6-5E24-4AAECCE72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92B249-6DE9-E792-F259-D0F8F35D9628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67D32D70-02D5-BC6C-E86D-71D1B1643F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441" y="391381"/>
            <a:ext cx="833886" cy="83388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A752A674-FAF1-5A55-7683-CF6A502C8457}"/>
              </a:ext>
            </a:extLst>
          </p:cNvPr>
          <p:cNvSpPr txBox="1"/>
          <p:nvPr/>
        </p:nvSpPr>
        <p:spPr>
          <a:xfrm>
            <a:off x="9110149" y="1261913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394E29A-801E-B196-7B17-7CE3A727D735}"/>
              </a:ext>
            </a:extLst>
          </p:cNvPr>
          <p:cNvSpPr/>
          <p:nvPr/>
        </p:nvSpPr>
        <p:spPr>
          <a:xfrm>
            <a:off x="9233202" y="1893569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tedw@mail.com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C042B3-8EE0-383F-6906-155F456DC77C}"/>
              </a:ext>
            </a:extLst>
          </p:cNvPr>
          <p:cNvSpPr/>
          <p:nvPr/>
        </p:nvSpPr>
        <p:spPr>
          <a:xfrm>
            <a:off x="9219428" y="2825389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abcjE08U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594378-5845-33BE-B8DA-DE73F424E9CE}"/>
              </a:ext>
            </a:extLst>
          </p:cNvPr>
          <p:cNvSpPr txBox="1"/>
          <p:nvPr/>
        </p:nvSpPr>
        <p:spPr>
          <a:xfrm>
            <a:off x="9148819" y="2560953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2B546-4ADE-BDF0-4982-258E29A377BB}"/>
              </a:ext>
            </a:extLst>
          </p:cNvPr>
          <p:cNvSpPr txBox="1"/>
          <p:nvPr/>
        </p:nvSpPr>
        <p:spPr>
          <a:xfrm>
            <a:off x="9162593" y="3488432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Student’s username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0C5E68B-CD0D-4301-7F47-1BE31C8E5BA1}"/>
              </a:ext>
            </a:extLst>
          </p:cNvPr>
          <p:cNvSpPr/>
          <p:nvPr/>
        </p:nvSpPr>
        <p:spPr>
          <a:xfrm>
            <a:off x="9233202" y="3752868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jenny1w3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18EFF-9C28-FCA8-B297-5B816C6BB932}"/>
              </a:ext>
            </a:extLst>
          </p:cNvPr>
          <p:cNvSpPr txBox="1"/>
          <p:nvPr/>
        </p:nvSpPr>
        <p:spPr>
          <a:xfrm>
            <a:off x="9179919" y="1631002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Email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628BB4-277F-9EBF-9E97-E1E207C84F25}"/>
              </a:ext>
            </a:extLst>
          </p:cNvPr>
          <p:cNvSpPr txBox="1"/>
          <p:nvPr/>
        </p:nvSpPr>
        <p:spPr>
          <a:xfrm>
            <a:off x="9240875" y="4386333"/>
            <a:ext cx="2495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*Incorrect email, password or username. Try again.</a:t>
            </a:r>
          </a:p>
        </p:txBody>
      </p:sp>
    </p:spTree>
    <p:extLst>
      <p:ext uri="{BB962C8B-B14F-4D97-AF65-F5344CB8AC3E}">
        <p14:creationId xmlns:p14="http://schemas.microsoft.com/office/powerpoint/2010/main" val="10406979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9805C3-FA1A-CE48-FF7B-B748FB3228D6}"/>
              </a:ext>
            </a:extLst>
          </p:cNvPr>
          <p:cNvGrpSpPr/>
          <p:nvPr/>
        </p:nvGrpSpPr>
        <p:grpSpPr>
          <a:xfrm>
            <a:off x="5247381" y="272517"/>
            <a:ext cx="3203557" cy="6407518"/>
            <a:chOff x="8666331" y="315797"/>
            <a:chExt cx="3366722" cy="685800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43F828D-A5F5-2939-99C7-826A1E18C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A09E6F3-8783-8427-3371-11D1468EE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AA6B118-13B3-DAC5-B3B4-42BD92E0309C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3" name="Rounded Rectangle 55">
            <a:extLst>
              <a:ext uri="{FF2B5EF4-FFF2-40B4-BE49-F238E27FC236}">
                <a16:creationId xmlns:a16="http://schemas.microsoft.com/office/drawing/2014/main" id="{EDB9E57E-5A03-DFE9-84DB-C2625C791D60}"/>
              </a:ext>
            </a:extLst>
          </p:cNvPr>
          <p:cNvSpPr/>
          <p:nvPr/>
        </p:nvSpPr>
        <p:spPr>
          <a:xfrm>
            <a:off x="7643551" y="755889"/>
            <a:ext cx="492996" cy="1979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8692EBA-0A65-893E-B87D-C91F369C14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570" y="561140"/>
            <a:ext cx="833886" cy="83388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F7BC666-F400-8DA0-92A1-198284E15E9F}"/>
              </a:ext>
            </a:extLst>
          </p:cNvPr>
          <p:cNvSpPr txBox="1"/>
          <p:nvPr/>
        </p:nvSpPr>
        <p:spPr>
          <a:xfrm>
            <a:off x="5544771" y="1299298"/>
            <a:ext cx="1385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Welcome Ted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591B676-D71D-2F1D-C127-567BD739B747}"/>
              </a:ext>
            </a:extLst>
          </p:cNvPr>
          <p:cNvGrpSpPr/>
          <p:nvPr/>
        </p:nvGrpSpPr>
        <p:grpSpPr>
          <a:xfrm>
            <a:off x="1435894" y="314109"/>
            <a:ext cx="3203557" cy="6407518"/>
            <a:chOff x="8666331" y="315797"/>
            <a:chExt cx="3366722" cy="685800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8AFA61CC-EF85-5BAA-0EF3-E34F29E91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39779EA-4D09-B9BD-C7DF-8538DE592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0526470-9D8C-A6FB-4824-1E85FF77F909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3320AD9-FA64-FAAB-7E1D-E730D2138BD2}"/>
              </a:ext>
            </a:extLst>
          </p:cNvPr>
          <p:cNvSpPr txBox="1"/>
          <p:nvPr/>
        </p:nvSpPr>
        <p:spPr>
          <a:xfrm>
            <a:off x="1814023" y="1709613"/>
            <a:ext cx="2505089" cy="1122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3986"/>
                </a:solidFill>
              </a:rPr>
              <a:t>Home</a:t>
            </a:r>
            <a:r>
              <a:rPr lang="en-US" dirty="0"/>
              <a:t> </a:t>
            </a:r>
          </a:p>
          <a:p>
            <a:pPr>
              <a:lnSpc>
                <a:spcPct val="200000"/>
              </a:lnSpc>
            </a:pPr>
            <a:r>
              <a:rPr lang="en-US" dirty="0"/>
              <a:t>Profile</a:t>
            </a:r>
            <a:endParaRPr lang="en-IN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86D7F48-EF51-D100-90AF-3EECD5253D08}"/>
              </a:ext>
            </a:extLst>
          </p:cNvPr>
          <p:cNvCxnSpPr/>
          <p:nvPr/>
        </p:nvCxnSpPr>
        <p:spPr>
          <a:xfrm>
            <a:off x="1897999" y="2375038"/>
            <a:ext cx="2351314" cy="0"/>
          </a:xfrm>
          <a:prstGeom prst="line">
            <a:avLst/>
          </a:prstGeom>
          <a:ln>
            <a:solidFill>
              <a:srgbClr val="01CE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Close outline">
            <a:extLst>
              <a:ext uri="{FF2B5EF4-FFF2-40B4-BE49-F238E27FC236}">
                <a16:creationId xmlns:a16="http://schemas.microsoft.com/office/drawing/2014/main" id="{2EA5F7F2-A8A7-D8F9-75BF-A92834A7CF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9109" y="785912"/>
            <a:ext cx="260003" cy="260003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040A4180-8645-1808-3148-D9A0545F8F6C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Parent Home Page - Mobile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377605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31D1C-ABA0-1999-3A66-A34E7BE7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D7D19ED-8F6B-EFD7-5C57-AE2CAE28F1CE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Parent Profile Page - Mobile</a:t>
            </a:r>
            <a:endParaRPr lang="en-IN" sz="36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60FF7E1-4CC9-DAE4-FAA4-A8A80D949396}"/>
              </a:ext>
            </a:extLst>
          </p:cNvPr>
          <p:cNvGrpSpPr/>
          <p:nvPr/>
        </p:nvGrpSpPr>
        <p:grpSpPr>
          <a:xfrm>
            <a:off x="5459486" y="281070"/>
            <a:ext cx="3203557" cy="6407518"/>
            <a:chOff x="8666331" y="315797"/>
            <a:chExt cx="3366722" cy="6858000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580DE77C-C9F1-4644-3B52-E520D9CA2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30422880-41D8-75E4-8C5F-1512696CB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23E0817-8CB5-E32E-6E71-049AD14C4867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2BF7114-1794-7837-A888-1F9A33D26737}"/>
              </a:ext>
            </a:extLst>
          </p:cNvPr>
          <p:cNvSpPr txBox="1"/>
          <p:nvPr/>
        </p:nvSpPr>
        <p:spPr>
          <a:xfrm>
            <a:off x="5837615" y="1676574"/>
            <a:ext cx="2505089" cy="1122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Home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3986"/>
                </a:solidFill>
              </a:rPr>
              <a:t>Profile</a:t>
            </a:r>
            <a:endParaRPr lang="en-IN" dirty="0">
              <a:solidFill>
                <a:srgbClr val="FF3986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6E1D64-BEA7-43DA-B468-E6689416B4A0}"/>
              </a:ext>
            </a:extLst>
          </p:cNvPr>
          <p:cNvCxnSpPr/>
          <p:nvPr/>
        </p:nvCxnSpPr>
        <p:spPr>
          <a:xfrm>
            <a:off x="5921591" y="2341999"/>
            <a:ext cx="2351314" cy="0"/>
          </a:xfrm>
          <a:prstGeom prst="line">
            <a:avLst/>
          </a:prstGeom>
          <a:ln>
            <a:solidFill>
              <a:srgbClr val="01CE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Close outline">
            <a:extLst>
              <a:ext uri="{FF2B5EF4-FFF2-40B4-BE49-F238E27FC236}">
                <a16:creationId xmlns:a16="http://schemas.microsoft.com/office/drawing/2014/main" id="{A6FE8D02-E567-CD95-EB3E-D66A596047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2701" y="752873"/>
            <a:ext cx="260003" cy="2600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23F089-830C-1EA6-4C6A-39BC9C92E84F}"/>
              </a:ext>
            </a:extLst>
          </p:cNvPr>
          <p:cNvSpPr txBox="1"/>
          <p:nvPr/>
        </p:nvSpPr>
        <p:spPr>
          <a:xfrm>
            <a:off x="2623618" y="1461608"/>
            <a:ext cx="159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Ted Wong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47B2F0D-E573-6C6C-5DEA-09C1BB5045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249275" y="1454249"/>
            <a:ext cx="374343" cy="37919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A3534FA-BAD8-DB0C-A82B-31727DC57939}"/>
              </a:ext>
            </a:extLst>
          </p:cNvPr>
          <p:cNvGrpSpPr/>
          <p:nvPr/>
        </p:nvGrpSpPr>
        <p:grpSpPr>
          <a:xfrm>
            <a:off x="1871274" y="281071"/>
            <a:ext cx="3132884" cy="6407517"/>
            <a:chOff x="8666331" y="315797"/>
            <a:chExt cx="3366722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FAA3A2-C73E-0C9C-E9D0-83694A54A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B651D4-E74B-DBC3-8827-30DA57A27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E55424-F7CE-3F83-8AB8-688CA66C31F6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D76E31-37BE-601A-CF7D-2EF179E52F25}"/>
              </a:ext>
            </a:extLst>
          </p:cNvPr>
          <p:cNvSpPr/>
          <p:nvPr/>
        </p:nvSpPr>
        <p:spPr>
          <a:xfrm>
            <a:off x="2950257" y="5405336"/>
            <a:ext cx="1180690" cy="61138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Logout</a:t>
            </a:r>
            <a:endParaRPr lang="en-IN" sz="1200" dirty="0"/>
          </a:p>
        </p:txBody>
      </p:sp>
      <p:sp>
        <p:nvSpPr>
          <p:cNvPr id="9" name="Rounded Rectangle 55">
            <a:extLst>
              <a:ext uri="{FF2B5EF4-FFF2-40B4-BE49-F238E27FC236}">
                <a16:creationId xmlns:a16="http://schemas.microsoft.com/office/drawing/2014/main" id="{14CA7304-8B7F-DF5F-E36F-3EA3DA1B650F}"/>
              </a:ext>
            </a:extLst>
          </p:cNvPr>
          <p:cNvSpPr/>
          <p:nvPr/>
        </p:nvSpPr>
        <p:spPr>
          <a:xfrm>
            <a:off x="4237689" y="810410"/>
            <a:ext cx="489966" cy="233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F46B61-1D11-EC1C-940C-1652D53F58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775" y="424341"/>
            <a:ext cx="833886" cy="8338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64C306-FED7-0BDD-767D-5475F06E6088}"/>
              </a:ext>
            </a:extLst>
          </p:cNvPr>
          <p:cNvSpPr txBox="1"/>
          <p:nvPr/>
        </p:nvSpPr>
        <p:spPr>
          <a:xfrm>
            <a:off x="2200115" y="2322381"/>
            <a:ext cx="211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Child’s Name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D869F-CC87-A871-0029-75D1DBFC9341}"/>
              </a:ext>
            </a:extLst>
          </p:cNvPr>
          <p:cNvSpPr txBox="1"/>
          <p:nvPr/>
        </p:nvSpPr>
        <p:spPr>
          <a:xfrm>
            <a:off x="2200115" y="2671698"/>
            <a:ext cx="2185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Parent’s Email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990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AC8A-4506-5A88-6A11-BCC5BC284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 TRACK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2375CD-4E0F-232B-E222-896E4EA1F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2020840"/>
            <a:ext cx="6780700" cy="28139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99C8AB9-D44A-AA2B-0CD3-0C880A9A1453}"/>
              </a:ext>
            </a:extLst>
          </p:cNvPr>
          <p:cNvSpPr txBox="1">
            <a:spLocks/>
          </p:cNvSpPr>
          <p:nvPr/>
        </p:nvSpPr>
        <p:spPr>
          <a:xfrm>
            <a:off x="1181100" y="21196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STUDENT TRACK</a:t>
            </a:r>
          </a:p>
        </p:txBody>
      </p:sp>
    </p:spTree>
    <p:extLst>
      <p:ext uri="{BB962C8B-B14F-4D97-AF65-F5344CB8AC3E}">
        <p14:creationId xmlns:p14="http://schemas.microsoft.com/office/powerpoint/2010/main" val="2187335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6063B-BBA2-CB7E-0A76-66FF9C42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1B82939-3F3A-A15A-2F5A-1AA13DD65938}"/>
              </a:ext>
            </a:extLst>
          </p:cNvPr>
          <p:cNvSpPr txBox="1"/>
          <p:nvPr/>
        </p:nvSpPr>
        <p:spPr>
          <a:xfrm>
            <a:off x="186813" y="540774"/>
            <a:ext cx="1292662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Student Sign In Page First Time - Mobile</a:t>
            </a:r>
            <a:endParaRPr lang="en-IN" sz="3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133184-9233-B071-A769-304FFD9ED33A}"/>
              </a:ext>
            </a:extLst>
          </p:cNvPr>
          <p:cNvGrpSpPr/>
          <p:nvPr/>
        </p:nvGrpSpPr>
        <p:grpSpPr>
          <a:xfrm>
            <a:off x="5246098" y="395748"/>
            <a:ext cx="2969343" cy="6184490"/>
            <a:chOff x="1641986" y="673510"/>
            <a:chExt cx="2969343" cy="618449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50DFB15-BA58-2536-C703-8FBC7782B9D1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7C9E5D4-1A23-62D7-F9B5-6F76F51543EC}"/>
                </a:ext>
              </a:extLst>
            </p:cNvPr>
            <p:cNvGrpSpPr/>
            <p:nvPr/>
          </p:nvGrpSpPr>
          <p:grpSpPr>
            <a:xfrm>
              <a:off x="2451917" y="4662626"/>
              <a:ext cx="1349479" cy="494112"/>
              <a:chOff x="5797312" y="5031358"/>
              <a:chExt cx="1843549" cy="603750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6CA85FA-25A9-2E88-337C-931D93535C43}"/>
                  </a:ext>
                </a:extLst>
              </p:cNvPr>
              <p:cNvSpPr/>
              <p:nvPr/>
            </p:nvSpPr>
            <p:spPr>
              <a:xfrm>
                <a:off x="5797312" y="5031358"/>
                <a:ext cx="1843549" cy="541424"/>
              </a:xfrm>
              <a:prstGeom prst="roundRect">
                <a:avLst>
                  <a:gd name="adj" fmla="val 50000"/>
                </a:avLst>
              </a:prstGeom>
              <a:solidFill>
                <a:srgbClr val="FF39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Continue</a:t>
                </a:r>
                <a:endParaRPr lang="en-IN" sz="1200" dirty="0"/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C4CB38F9-37BB-6FDD-F352-F2FAAAC5DF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9C63351-50BB-FDDC-E524-F5BF8C669FE1}"/>
              </a:ext>
            </a:extLst>
          </p:cNvPr>
          <p:cNvGrpSpPr/>
          <p:nvPr/>
        </p:nvGrpSpPr>
        <p:grpSpPr>
          <a:xfrm>
            <a:off x="5125282" y="277762"/>
            <a:ext cx="3203557" cy="6407518"/>
            <a:chOff x="8666331" y="315797"/>
            <a:chExt cx="3366722" cy="685800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B23EACC-251A-D187-B14A-64299FA1F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649D5D9-8E2C-78F9-A680-3860DE255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B5B3B36-82A1-0781-1D0C-4E17C2054FF2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6EEAAD0-E1B2-B53D-77E9-A7A582603E8C}"/>
              </a:ext>
            </a:extLst>
          </p:cNvPr>
          <p:cNvSpPr/>
          <p:nvPr/>
        </p:nvSpPr>
        <p:spPr>
          <a:xfrm>
            <a:off x="5489748" y="2446791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new Password...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9084203-B501-2CE7-764A-695702BA873D}"/>
              </a:ext>
            </a:extLst>
          </p:cNvPr>
          <p:cNvSpPr/>
          <p:nvPr/>
        </p:nvSpPr>
        <p:spPr>
          <a:xfrm>
            <a:off x="5475975" y="3393138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Re-enter your new Password...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D4118E-94D3-3FD4-5486-AD8662FCE780}"/>
              </a:ext>
            </a:extLst>
          </p:cNvPr>
          <p:cNvSpPr txBox="1"/>
          <p:nvPr/>
        </p:nvSpPr>
        <p:spPr>
          <a:xfrm>
            <a:off x="5430683" y="3130072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Confirm New 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B38085-A053-7AF4-8AA6-D2DDC8B1F4D5}"/>
              </a:ext>
            </a:extLst>
          </p:cNvPr>
          <p:cNvSpPr txBox="1"/>
          <p:nvPr/>
        </p:nvSpPr>
        <p:spPr>
          <a:xfrm>
            <a:off x="5440014" y="2173694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New 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FED5F4-66F2-8D7A-D4E9-67BAE956D6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434" y="444005"/>
            <a:ext cx="833886" cy="83388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2BDC3C-633C-4934-532D-D7FEACD0C993}"/>
              </a:ext>
            </a:extLst>
          </p:cNvPr>
          <p:cNvSpPr txBox="1"/>
          <p:nvPr/>
        </p:nvSpPr>
        <p:spPr>
          <a:xfrm>
            <a:off x="5385079" y="1476018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Change your password for safety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1C19C4-E15F-E2FF-6D42-74324E398108}"/>
              </a:ext>
            </a:extLst>
          </p:cNvPr>
          <p:cNvGrpSpPr/>
          <p:nvPr/>
        </p:nvGrpSpPr>
        <p:grpSpPr>
          <a:xfrm>
            <a:off x="1518265" y="277762"/>
            <a:ext cx="3203557" cy="6407518"/>
            <a:chOff x="8666331" y="315797"/>
            <a:chExt cx="3366722" cy="685800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394129A-A8AD-9EBF-D306-E37C2B098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6204417-DFBF-5501-DBA6-8388A7620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8686B68-181B-2C59-5EB4-31EB91AB3CB5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FAE0CDC-AED7-E500-7E2D-6BABBBC5BDAD}"/>
              </a:ext>
            </a:extLst>
          </p:cNvPr>
          <p:cNvSpPr/>
          <p:nvPr/>
        </p:nvSpPr>
        <p:spPr>
          <a:xfrm>
            <a:off x="2394334" y="4384863"/>
            <a:ext cx="1349479" cy="443102"/>
          </a:xfrm>
          <a:prstGeom prst="roundRect">
            <a:avLst>
              <a:gd name="adj" fmla="val 50000"/>
            </a:avLst>
          </a:prstGeom>
          <a:solidFill>
            <a:srgbClr val="FF39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Sign In</a:t>
            </a:r>
            <a:endParaRPr lang="en-IN" sz="12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BED7798-685D-FA12-107F-E01B396438CD}"/>
              </a:ext>
            </a:extLst>
          </p:cNvPr>
          <p:cNvSpPr/>
          <p:nvPr/>
        </p:nvSpPr>
        <p:spPr>
          <a:xfrm>
            <a:off x="1861804" y="2452595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unique username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102B8CE-04E9-68C0-DF25-687E59463E81}"/>
              </a:ext>
            </a:extLst>
          </p:cNvPr>
          <p:cNvSpPr/>
          <p:nvPr/>
        </p:nvSpPr>
        <p:spPr>
          <a:xfrm>
            <a:off x="1848030" y="3384415"/>
            <a:ext cx="2495551" cy="541424"/>
          </a:xfrm>
          <a:prstGeom prst="roundRect">
            <a:avLst/>
          </a:prstGeom>
          <a:noFill/>
          <a:ln>
            <a:solidFill>
              <a:srgbClr val="01C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Enter your password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EF3F3A-BDF2-03A7-0155-4A5E6397352B}"/>
              </a:ext>
            </a:extLst>
          </p:cNvPr>
          <p:cNvSpPr txBox="1"/>
          <p:nvPr/>
        </p:nvSpPr>
        <p:spPr>
          <a:xfrm>
            <a:off x="1777421" y="3119979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A16A24-B66C-97D9-9E20-1FF1C55ADE18}"/>
              </a:ext>
            </a:extLst>
          </p:cNvPr>
          <p:cNvSpPr txBox="1"/>
          <p:nvPr/>
        </p:nvSpPr>
        <p:spPr>
          <a:xfrm>
            <a:off x="1808521" y="2190028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Username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193177-27F3-452D-B3D6-F7B5BECAE69D}"/>
              </a:ext>
            </a:extLst>
          </p:cNvPr>
          <p:cNvSpPr txBox="1"/>
          <p:nvPr/>
        </p:nvSpPr>
        <p:spPr>
          <a:xfrm>
            <a:off x="1790037" y="1528539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7FAB9B9-DE33-8A93-9DA4-AE44699E9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228" y="481994"/>
            <a:ext cx="833886" cy="83388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49C77D7-7130-E021-D30D-0D0C6B903FEF}"/>
              </a:ext>
            </a:extLst>
          </p:cNvPr>
          <p:cNvGrpSpPr/>
          <p:nvPr/>
        </p:nvGrpSpPr>
        <p:grpSpPr>
          <a:xfrm>
            <a:off x="8853115" y="419987"/>
            <a:ext cx="2969343" cy="6184490"/>
            <a:chOff x="1641986" y="673510"/>
            <a:chExt cx="2969343" cy="618449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B69A299-F656-98BA-62DC-01036D03E979}"/>
                </a:ext>
              </a:extLst>
            </p:cNvPr>
            <p:cNvSpPr/>
            <p:nvPr/>
          </p:nvSpPr>
          <p:spPr>
            <a:xfrm>
              <a:off x="1641986" y="673510"/>
              <a:ext cx="2969343" cy="6184490"/>
            </a:xfrm>
            <a:prstGeom prst="roundRect">
              <a:avLst/>
            </a:prstGeom>
            <a:noFill/>
            <a:ln>
              <a:solidFill>
                <a:srgbClr val="F7119A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6978DC2-94CF-E4B4-7FA4-B5C9D0147FE6}"/>
                </a:ext>
              </a:extLst>
            </p:cNvPr>
            <p:cNvGrpSpPr/>
            <p:nvPr/>
          </p:nvGrpSpPr>
          <p:grpSpPr>
            <a:xfrm>
              <a:off x="2458672" y="4638385"/>
              <a:ext cx="1349479" cy="518364"/>
              <a:chOff x="5806540" y="5001726"/>
              <a:chExt cx="1843549" cy="633382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799F35F-8933-16C3-6F15-B6FFC776BF0A}"/>
                  </a:ext>
                </a:extLst>
              </p:cNvPr>
              <p:cNvSpPr/>
              <p:nvPr/>
            </p:nvSpPr>
            <p:spPr>
              <a:xfrm>
                <a:off x="5806540" y="5001726"/>
                <a:ext cx="1843549" cy="54142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Sign In</a:t>
                </a:r>
                <a:endParaRPr lang="en-IN" sz="1200" dirty="0"/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1FE15EA4-9A0E-5902-1553-B3CD5607F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0322" y="5635108"/>
                <a:ext cx="22131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2546F08-5C71-31F9-2F7C-5B9B4E003CC9}"/>
              </a:ext>
            </a:extLst>
          </p:cNvPr>
          <p:cNvGrpSpPr/>
          <p:nvPr/>
        </p:nvGrpSpPr>
        <p:grpSpPr>
          <a:xfrm>
            <a:off x="8732299" y="302001"/>
            <a:ext cx="3203557" cy="6407518"/>
            <a:chOff x="8666331" y="315797"/>
            <a:chExt cx="3366722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087756-4E90-A29C-BC6B-4806EBCAF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BBDF4E5-3753-9567-51E8-75A6387E4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25281F-07E6-CC63-ABF3-CD94FC36DA86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0264115-F10F-9AD7-A927-A5BF71082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798" y="468141"/>
            <a:ext cx="833886" cy="8338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C15906-A273-A23F-6E58-AB52EE737EE3}"/>
              </a:ext>
            </a:extLst>
          </p:cNvPr>
          <p:cNvSpPr txBox="1"/>
          <p:nvPr/>
        </p:nvSpPr>
        <p:spPr>
          <a:xfrm>
            <a:off x="9170053" y="3865323"/>
            <a:ext cx="2359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*Incorrect username or password. Try again.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B47D08-AB08-2520-D087-8ACFF23FD6E3}"/>
              </a:ext>
            </a:extLst>
          </p:cNvPr>
          <p:cNvSpPr/>
          <p:nvPr/>
        </p:nvSpPr>
        <p:spPr>
          <a:xfrm>
            <a:off x="9112559" y="2314460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nina053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E1DF3D-0FFB-852A-3224-C79DA327C8CD}"/>
              </a:ext>
            </a:extLst>
          </p:cNvPr>
          <p:cNvSpPr/>
          <p:nvPr/>
        </p:nvSpPr>
        <p:spPr>
          <a:xfrm>
            <a:off x="9098785" y="3246280"/>
            <a:ext cx="2495551" cy="5414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8Bo9j08h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EC13CC-36AE-D8EE-2AB2-82202E392C88}"/>
              </a:ext>
            </a:extLst>
          </p:cNvPr>
          <p:cNvSpPr txBox="1"/>
          <p:nvPr/>
        </p:nvSpPr>
        <p:spPr>
          <a:xfrm>
            <a:off x="9028176" y="2981844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Password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EBE989-E2C9-B58A-FE16-95C661459E65}"/>
              </a:ext>
            </a:extLst>
          </p:cNvPr>
          <p:cNvSpPr txBox="1"/>
          <p:nvPr/>
        </p:nvSpPr>
        <p:spPr>
          <a:xfrm>
            <a:off x="9059276" y="2051893"/>
            <a:ext cx="2481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3986"/>
                </a:solidFill>
              </a:rPr>
              <a:t>username</a:t>
            </a:r>
            <a:endParaRPr lang="en-IN" sz="1200" dirty="0">
              <a:solidFill>
                <a:srgbClr val="FF398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D74B28-A4E0-17E1-18EA-76E4F74D7085}"/>
              </a:ext>
            </a:extLst>
          </p:cNvPr>
          <p:cNvSpPr txBox="1"/>
          <p:nvPr/>
        </p:nvSpPr>
        <p:spPr>
          <a:xfrm>
            <a:off x="9028176" y="1505823"/>
            <a:ext cx="271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1D7DA"/>
                </a:solidFill>
              </a:rPr>
              <a:t>Sign in to Wellbeing Buddy</a:t>
            </a:r>
          </a:p>
        </p:txBody>
      </p:sp>
    </p:spTree>
    <p:extLst>
      <p:ext uri="{BB962C8B-B14F-4D97-AF65-F5344CB8AC3E}">
        <p14:creationId xmlns:p14="http://schemas.microsoft.com/office/powerpoint/2010/main" val="2621087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5DA4-0913-AF36-431A-CE3AE50F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AC5B502-387D-6CF1-7E8E-2F5609704335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Student Home Page - Mobile</a:t>
            </a:r>
            <a:endParaRPr lang="en-IN" sz="3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152B5DD-19F9-5562-026E-CB17718810AD}"/>
              </a:ext>
            </a:extLst>
          </p:cNvPr>
          <p:cNvGrpSpPr/>
          <p:nvPr/>
        </p:nvGrpSpPr>
        <p:grpSpPr>
          <a:xfrm>
            <a:off x="2228878" y="225241"/>
            <a:ext cx="3203557" cy="6407518"/>
            <a:chOff x="8666331" y="315797"/>
            <a:chExt cx="3366722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4C45BE9-1E94-4556-ACF7-637BB969D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000CC4-0E78-1064-3B2B-0384BFBA0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20B24F-01E2-4B27-A0A8-BD41FF57D0F4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7" name="Rounded Rectangle 55">
            <a:extLst>
              <a:ext uri="{FF2B5EF4-FFF2-40B4-BE49-F238E27FC236}">
                <a16:creationId xmlns:a16="http://schemas.microsoft.com/office/drawing/2014/main" id="{449FC2AF-F05D-2493-F6AC-6CB9C8206A70}"/>
              </a:ext>
            </a:extLst>
          </p:cNvPr>
          <p:cNvSpPr/>
          <p:nvPr/>
        </p:nvSpPr>
        <p:spPr>
          <a:xfrm>
            <a:off x="4625048" y="708613"/>
            <a:ext cx="492996" cy="1979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61A11B-66B3-BDF4-FA02-BAA55CB0A3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067" y="513864"/>
            <a:ext cx="833886" cy="8338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D7A3B9-4199-E07C-F0AA-295D18607AF9}"/>
              </a:ext>
            </a:extLst>
          </p:cNvPr>
          <p:cNvSpPr txBox="1"/>
          <p:nvPr/>
        </p:nvSpPr>
        <p:spPr>
          <a:xfrm>
            <a:off x="2526268" y="1252022"/>
            <a:ext cx="1385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CED1"/>
                </a:solidFill>
              </a:rPr>
              <a:t>Welcome Nina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D2AD0B-D549-5FC0-FC80-A668310B12B4}"/>
              </a:ext>
            </a:extLst>
          </p:cNvPr>
          <p:cNvGrpSpPr/>
          <p:nvPr/>
        </p:nvGrpSpPr>
        <p:grpSpPr>
          <a:xfrm>
            <a:off x="5870188" y="225241"/>
            <a:ext cx="3203557" cy="6407518"/>
            <a:chOff x="8666331" y="315797"/>
            <a:chExt cx="3366722" cy="685800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7078845-1BCF-4822-200C-A828D46E7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E7CDF1-29F6-EFC3-7D95-CC38D81FB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CA4B4AC-4B15-F0D7-5DFA-E15D725B95B2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61E0019-5F67-CA1F-D14F-0DB6804B565C}"/>
              </a:ext>
            </a:extLst>
          </p:cNvPr>
          <p:cNvSpPr txBox="1"/>
          <p:nvPr/>
        </p:nvSpPr>
        <p:spPr>
          <a:xfrm>
            <a:off x="6248317" y="1620745"/>
            <a:ext cx="2505089" cy="1122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3986"/>
                </a:solidFill>
              </a:rPr>
              <a:t>Home</a:t>
            </a:r>
            <a:r>
              <a:rPr lang="en-US" dirty="0"/>
              <a:t> </a:t>
            </a:r>
          </a:p>
          <a:p>
            <a:pPr>
              <a:lnSpc>
                <a:spcPct val="200000"/>
              </a:lnSpc>
            </a:pPr>
            <a:r>
              <a:rPr lang="en-US" dirty="0"/>
              <a:t>Profile</a:t>
            </a:r>
            <a:endParaRPr lang="en-IN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E088065-D83F-7D6F-36A4-E4E577D58AD6}"/>
              </a:ext>
            </a:extLst>
          </p:cNvPr>
          <p:cNvCxnSpPr/>
          <p:nvPr/>
        </p:nvCxnSpPr>
        <p:spPr>
          <a:xfrm>
            <a:off x="6332293" y="2286170"/>
            <a:ext cx="2351314" cy="0"/>
          </a:xfrm>
          <a:prstGeom prst="line">
            <a:avLst/>
          </a:prstGeom>
          <a:ln>
            <a:solidFill>
              <a:srgbClr val="01CE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Close outline">
            <a:extLst>
              <a:ext uri="{FF2B5EF4-FFF2-40B4-BE49-F238E27FC236}">
                <a16:creationId xmlns:a16="http://schemas.microsoft.com/office/drawing/2014/main" id="{952A5C00-2722-00C3-A068-6B521285F5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3403" y="697044"/>
            <a:ext cx="260003" cy="26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35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28203-44E9-89B1-E4DE-BD585DA9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BF7656E-610E-9140-6D28-DD0CAE988D34}"/>
              </a:ext>
            </a:extLst>
          </p:cNvPr>
          <p:cNvSpPr txBox="1"/>
          <p:nvPr/>
        </p:nvSpPr>
        <p:spPr>
          <a:xfrm>
            <a:off x="186813" y="540774"/>
            <a:ext cx="738664" cy="589443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3600" dirty="0"/>
              <a:t>Student Profile Page - Mobile</a:t>
            </a:r>
            <a:endParaRPr lang="en-IN" sz="36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C626743-B321-F417-1C16-08878478732D}"/>
              </a:ext>
            </a:extLst>
          </p:cNvPr>
          <p:cNvGrpSpPr/>
          <p:nvPr/>
        </p:nvGrpSpPr>
        <p:grpSpPr>
          <a:xfrm>
            <a:off x="5400499" y="225241"/>
            <a:ext cx="3203557" cy="6407518"/>
            <a:chOff x="8666331" y="315797"/>
            <a:chExt cx="3366722" cy="6858000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67F74F5-5C77-AB1A-DFAF-D2F7326B9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E36B9390-7AC9-0D2C-4C1D-2184C6AAD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81ACED2-F36A-C2D9-350D-603587AB9101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6E8DAB9-B999-6788-3E9A-E96A9FB211FE}"/>
              </a:ext>
            </a:extLst>
          </p:cNvPr>
          <p:cNvSpPr txBox="1"/>
          <p:nvPr/>
        </p:nvSpPr>
        <p:spPr>
          <a:xfrm>
            <a:off x="5778628" y="1620745"/>
            <a:ext cx="2505089" cy="1122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Home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3986"/>
                </a:solidFill>
              </a:rPr>
              <a:t>Profile</a:t>
            </a:r>
            <a:endParaRPr lang="en-IN" dirty="0">
              <a:solidFill>
                <a:srgbClr val="FF3986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144754F-6C9D-06A5-7229-D899B14B2B60}"/>
              </a:ext>
            </a:extLst>
          </p:cNvPr>
          <p:cNvCxnSpPr/>
          <p:nvPr/>
        </p:nvCxnSpPr>
        <p:spPr>
          <a:xfrm>
            <a:off x="5862604" y="2286170"/>
            <a:ext cx="2351314" cy="0"/>
          </a:xfrm>
          <a:prstGeom prst="line">
            <a:avLst/>
          </a:prstGeom>
          <a:ln>
            <a:solidFill>
              <a:srgbClr val="01CE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Close outline">
            <a:extLst>
              <a:ext uri="{FF2B5EF4-FFF2-40B4-BE49-F238E27FC236}">
                <a16:creationId xmlns:a16="http://schemas.microsoft.com/office/drawing/2014/main" id="{87B54210-98A1-31D3-8C77-CE695D7C9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3714" y="697044"/>
            <a:ext cx="260003" cy="2600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A3C404-00D2-D40A-1CBE-859344C4F758}"/>
              </a:ext>
            </a:extLst>
          </p:cNvPr>
          <p:cNvSpPr txBox="1"/>
          <p:nvPr/>
        </p:nvSpPr>
        <p:spPr>
          <a:xfrm>
            <a:off x="2515471" y="1405779"/>
            <a:ext cx="159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r>
              <a:rPr lang="en-IN" dirty="0"/>
              <a:t>ina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1070451-8580-65AD-7D5C-E585E0F7A6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141128" y="1398420"/>
            <a:ext cx="374343" cy="37919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E14EC33-8103-97C7-F615-5E6CB482DC2A}"/>
              </a:ext>
            </a:extLst>
          </p:cNvPr>
          <p:cNvGrpSpPr/>
          <p:nvPr/>
        </p:nvGrpSpPr>
        <p:grpSpPr>
          <a:xfrm>
            <a:off x="1763127" y="225242"/>
            <a:ext cx="3132884" cy="6407517"/>
            <a:chOff x="8666331" y="315797"/>
            <a:chExt cx="3366722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C8A651E-1E37-1278-FD8B-55BAF7E04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7"/>
            <a:stretch>
              <a:fillRect/>
            </a:stretch>
          </p:blipFill>
          <p:spPr>
            <a:xfrm>
              <a:off x="8666331" y="315797"/>
              <a:ext cx="3366722" cy="6858000"/>
            </a:xfrm>
            <a:custGeom>
              <a:avLst/>
              <a:gdLst>
                <a:gd name="connsiteX0" fmla="*/ 550680 w 3366722"/>
                <a:gd name="connsiteY0" fmla="*/ 235307 h 6858000"/>
                <a:gd name="connsiteX1" fmla="*/ 213532 w 3366722"/>
                <a:gd name="connsiteY1" fmla="*/ 572455 h 6858000"/>
                <a:gd name="connsiteX2" fmla="*/ 213532 w 3366722"/>
                <a:gd name="connsiteY2" fmla="*/ 6270159 h 6858000"/>
                <a:gd name="connsiteX3" fmla="*/ 550680 w 3366722"/>
                <a:gd name="connsiteY3" fmla="*/ 6607307 h 6858000"/>
                <a:gd name="connsiteX4" fmla="*/ 2828384 w 3366722"/>
                <a:gd name="connsiteY4" fmla="*/ 6607307 h 6858000"/>
                <a:gd name="connsiteX5" fmla="*/ 3165532 w 3366722"/>
                <a:gd name="connsiteY5" fmla="*/ 6270159 h 6858000"/>
                <a:gd name="connsiteX6" fmla="*/ 3165532 w 3366722"/>
                <a:gd name="connsiteY6" fmla="*/ 572455 h 6858000"/>
                <a:gd name="connsiteX7" fmla="*/ 2828384 w 3366722"/>
                <a:gd name="connsiteY7" fmla="*/ 235307 h 6858000"/>
                <a:gd name="connsiteX8" fmla="*/ 561132 w 3366722"/>
                <a:gd name="connsiteY8" fmla="*/ 0 h 6858000"/>
                <a:gd name="connsiteX9" fmla="*/ 2805590 w 3366722"/>
                <a:gd name="connsiteY9" fmla="*/ 0 h 6858000"/>
                <a:gd name="connsiteX10" fmla="*/ 3366722 w 3366722"/>
                <a:gd name="connsiteY10" fmla="*/ 562440 h 6858000"/>
                <a:gd name="connsiteX11" fmla="*/ 3366722 w 3366722"/>
                <a:gd name="connsiteY11" fmla="*/ 6295560 h 6858000"/>
                <a:gd name="connsiteX12" fmla="*/ 2805590 w 3366722"/>
                <a:gd name="connsiteY12" fmla="*/ 6858000 h 6858000"/>
                <a:gd name="connsiteX13" fmla="*/ 561132 w 3366722"/>
                <a:gd name="connsiteY13" fmla="*/ 6858000 h 6858000"/>
                <a:gd name="connsiteX14" fmla="*/ 0 w 3366722"/>
                <a:gd name="connsiteY14" fmla="*/ 6295560 h 6858000"/>
                <a:gd name="connsiteX15" fmla="*/ 0 w 3366722"/>
                <a:gd name="connsiteY15" fmla="*/ 562440 h 6858000"/>
                <a:gd name="connsiteX16" fmla="*/ 561132 w 3366722"/>
                <a:gd name="connsiteY16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66722" h="6858000">
                  <a:moveTo>
                    <a:pt x="550680" y="235307"/>
                  </a:moveTo>
                  <a:cubicBezTo>
                    <a:pt x="364478" y="235307"/>
                    <a:pt x="213532" y="386253"/>
                    <a:pt x="213532" y="572455"/>
                  </a:cubicBezTo>
                  <a:lnTo>
                    <a:pt x="213532" y="6270159"/>
                  </a:lnTo>
                  <a:cubicBezTo>
                    <a:pt x="213532" y="6456361"/>
                    <a:pt x="364478" y="6607307"/>
                    <a:pt x="550680" y="6607307"/>
                  </a:cubicBezTo>
                  <a:lnTo>
                    <a:pt x="2828384" y="6607307"/>
                  </a:lnTo>
                  <a:cubicBezTo>
                    <a:pt x="3014586" y="6607307"/>
                    <a:pt x="3165532" y="6456361"/>
                    <a:pt x="3165532" y="6270159"/>
                  </a:cubicBezTo>
                  <a:lnTo>
                    <a:pt x="3165532" y="572455"/>
                  </a:lnTo>
                  <a:cubicBezTo>
                    <a:pt x="3165532" y="386253"/>
                    <a:pt x="3014586" y="235307"/>
                    <a:pt x="2828384" y="235307"/>
                  </a:cubicBezTo>
                  <a:close/>
                  <a:moveTo>
                    <a:pt x="561132" y="0"/>
                  </a:moveTo>
                  <a:lnTo>
                    <a:pt x="2805590" y="0"/>
                  </a:lnTo>
                  <a:cubicBezTo>
                    <a:pt x="3115495" y="0"/>
                    <a:pt x="3366722" y="251813"/>
                    <a:pt x="3366722" y="562440"/>
                  </a:cubicBezTo>
                  <a:lnTo>
                    <a:pt x="3366722" y="6295560"/>
                  </a:lnTo>
                  <a:cubicBezTo>
                    <a:pt x="3366722" y="6606187"/>
                    <a:pt x="3115495" y="6858000"/>
                    <a:pt x="2805590" y="6858000"/>
                  </a:cubicBezTo>
                  <a:lnTo>
                    <a:pt x="561132" y="6858000"/>
                  </a:lnTo>
                  <a:cubicBezTo>
                    <a:pt x="251227" y="6858000"/>
                    <a:pt x="0" y="6606187"/>
                    <a:pt x="0" y="6295560"/>
                  </a:cubicBezTo>
                  <a:lnTo>
                    <a:pt x="0" y="562440"/>
                  </a:lnTo>
                  <a:cubicBezTo>
                    <a:pt x="0" y="251813"/>
                    <a:pt x="251227" y="0"/>
                    <a:pt x="561132" y="0"/>
                  </a:cubicBezTo>
                  <a:close/>
                </a:path>
              </a:pathLst>
            </a:cu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AB8A508-2741-1909-92C2-24C494D03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380" y="483122"/>
              <a:ext cx="2439669" cy="45629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FDB889-5359-5E32-7E78-8F0D0674F303}"/>
                </a:ext>
              </a:extLst>
            </p:cNvPr>
            <p:cNvSpPr/>
            <p:nvPr/>
          </p:nvSpPr>
          <p:spPr>
            <a:xfrm>
              <a:off x="9853125" y="738567"/>
              <a:ext cx="954165" cy="480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28E475-8DD0-9054-CD76-9C917B1ED381}"/>
              </a:ext>
            </a:extLst>
          </p:cNvPr>
          <p:cNvSpPr/>
          <p:nvPr/>
        </p:nvSpPr>
        <p:spPr>
          <a:xfrm>
            <a:off x="2842110" y="5349507"/>
            <a:ext cx="1180690" cy="61138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Logout</a:t>
            </a:r>
            <a:endParaRPr lang="en-IN" sz="1200" dirty="0"/>
          </a:p>
        </p:txBody>
      </p:sp>
      <p:sp>
        <p:nvSpPr>
          <p:cNvPr id="9" name="Rounded Rectangle 55">
            <a:extLst>
              <a:ext uri="{FF2B5EF4-FFF2-40B4-BE49-F238E27FC236}">
                <a16:creationId xmlns:a16="http://schemas.microsoft.com/office/drawing/2014/main" id="{E3172750-084D-EF26-F089-E76BAC06ED4E}"/>
              </a:ext>
            </a:extLst>
          </p:cNvPr>
          <p:cNvSpPr/>
          <p:nvPr/>
        </p:nvSpPr>
        <p:spPr>
          <a:xfrm>
            <a:off x="4129542" y="754581"/>
            <a:ext cx="489966" cy="233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700" dirty="0">
                <a:solidFill>
                  <a:srgbClr val="01CED1"/>
                </a:solidFill>
              </a:rPr>
              <a:t>● ● ●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BD9BA3C-913C-41D6-AE86-3E2221792E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628" y="368512"/>
            <a:ext cx="833886" cy="83388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C837F3B-A36D-D8BB-0A9D-71FBE42114E4}"/>
              </a:ext>
            </a:extLst>
          </p:cNvPr>
          <p:cNvSpPr txBox="1"/>
          <p:nvPr/>
        </p:nvSpPr>
        <p:spPr>
          <a:xfrm>
            <a:off x="2013303" y="2112663"/>
            <a:ext cx="211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School Name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C287AF-EEB8-DEC6-9EF6-655C8396353E}"/>
              </a:ext>
            </a:extLst>
          </p:cNvPr>
          <p:cNvSpPr txBox="1"/>
          <p:nvPr/>
        </p:nvSpPr>
        <p:spPr>
          <a:xfrm>
            <a:off x="2013303" y="2914264"/>
            <a:ext cx="197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username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CFCB59-C3EA-8DF3-F857-3050879C1F36}"/>
              </a:ext>
            </a:extLst>
          </p:cNvPr>
          <p:cNvSpPr txBox="1"/>
          <p:nvPr/>
        </p:nvSpPr>
        <p:spPr>
          <a:xfrm>
            <a:off x="2008628" y="2526824"/>
            <a:ext cx="197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Class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(read only)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83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924</Words>
  <Application>Microsoft Office PowerPoint</Application>
  <PresentationFormat>Widescreen</PresentationFormat>
  <Paragraphs>332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ADMIN TRACK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TEACHER TRACK</vt:lpstr>
      <vt:lpstr>PowerPoint Presentation</vt:lpstr>
      <vt:lpstr>PowerPoint Presentation</vt:lpstr>
      <vt:lpstr>PowerPoint Presentation</vt:lpstr>
      <vt:lpstr>PowerPoint Presentation</vt:lpstr>
      <vt:lpstr>PARENT TRACK</vt:lpstr>
      <vt:lpstr>PowerPoint Presentation</vt:lpstr>
      <vt:lpstr>PowerPoint Presentation</vt:lpstr>
      <vt:lpstr>PowerPoint Presentation</vt:lpstr>
      <vt:lpstr>STUDENT TRACK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Vidit Sharma</dc:creator>
  <cp:lastModifiedBy>sayanb0978@gmail.com</cp:lastModifiedBy>
  <cp:revision>158</cp:revision>
  <dcterms:created xsi:type="dcterms:W3CDTF">2026-03-09T07:02:17Z</dcterms:created>
  <dcterms:modified xsi:type="dcterms:W3CDTF">2026-03-27T13:06:53Z</dcterms:modified>
</cp:coreProperties>
</file>